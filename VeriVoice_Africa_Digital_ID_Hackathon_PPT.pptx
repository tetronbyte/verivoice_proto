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4" r:id="rId2"/>
    <p:sldMasterId id="2147483684" r:id="rId3"/>
    <p:sldMasterId id="2147483688" r:id="rId4"/>
    <p:sldMasterId id="2147483701" r:id="rId5"/>
  </p:sldMasterIdLst>
  <p:notesMasterIdLst>
    <p:notesMasterId r:id="rId16"/>
  </p:notesMasterIdLst>
  <p:sldIdLst>
    <p:sldId id="257" r:id="rId6"/>
    <p:sldId id="10005" r:id="rId7"/>
    <p:sldId id="9999" r:id="rId8"/>
    <p:sldId id="10010" r:id="rId9"/>
    <p:sldId id="10001" r:id="rId10"/>
    <p:sldId id="10008" r:id="rId11"/>
    <p:sldId id="10002" r:id="rId12"/>
    <p:sldId id="10003" r:id="rId13"/>
    <p:sldId id="10004" r:id="rId14"/>
    <p:sldId id="100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277858-1303-A07B-1C20-B89A3945F521}" name="Pavanesh Dwivedi" initials="PD" userId="S::Pavanesh.Dwivedi@microsave.net::0aba1e5b-3529-45b6-8dcd-24bafd5b55e8" providerId="AD"/>
  <p188:author id="{3DAF7CDD-0511-F7BD-6243-E3D720BAA81A}" name="Anshul  Pachouri" initials="AP" userId="S::anshul.pachouri@microsave.net::cc9fd398-2346-4f57-ad63-17ce096af5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433"/>
    <a:srgbClr val="284181"/>
    <a:srgbClr val="4369B3"/>
    <a:srgbClr val="6ECFE0"/>
    <a:srgbClr val="D1D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C51FC-ACEB-41FE-9A7C-B92D2CFFF5F6}" v="177" dt="2026-03-27T10:44:51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 varScale="1">
        <p:scale>
          <a:sx n="80" d="100"/>
          <a:sy n="80" d="100"/>
        </p:scale>
        <p:origin x="224" y="984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 Nigam" userId="34c06f17-ff91-4f2d-ba3c-ec20ad6a5eb5" providerId="ADAL" clId="{3BA97A7D-7F20-4B46-8A09-7D6F93745023}"/>
    <pc:docChg chg="modSld">
      <pc:chgData name="Arnav  Nigam" userId="34c06f17-ff91-4f2d-ba3c-ec20ad6a5eb5" providerId="ADAL" clId="{3BA97A7D-7F20-4B46-8A09-7D6F93745023}" dt="2026-03-18T12:02:45.634" v="1" actId="20577"/>
      <pc:docMkLst>
        <pc:docMk/>
      </pc:docMkLst>
    </pc:docChg>
  </pc:docChgLst>
  <pc:docChgLst>
    <pc:chgData name="Pavanesh Dwivedi" userId="0aba1e5b-3529-45b6-8dcd-24bafd5b55e8" providerId="ADAL" clId="{FE92DF28-62D6-4262-A57C-BE4F69ABB6CE}"/>
    <pc:docChg chg="undo custSel addSld delSld modSld sldOrd addMainMaster delMainMaster modMainMaster">
      <pc:chgData name="Pavanesh Dwivedi" userId="0aba1e5b-3529-45b6-8dcd-24bafd5b55e8" providerId="ADAL" clId="{FE92DF28-62D6-4262-A57C-BE4F69ABB6CE}" dt="2026-03-27T10:46:04.584" v="7727" actId="20577"/>
      <pc:docMkLst>
        <pc:docMk/>
      </pc:docMkLst>
      <pc:sldChg chg="addSp delSp modSp add del mod modClrScheme modCm chgLayout">
        <pc:chgData name="Pavanesh Dwivedi" userId="0aba1e5b-3529-45b6-8dcd-24bafd5b55e8" providerId="ADAL" clId="{FE92DF28-62D6-4262-A57C-BE4F69ABB6CE}" dt="2026-03-18T12:13:02.391" v="4368" actId="47"/>
        <pc:sldMkLst>
          <pc:docMk/>
          <pc:sldMk cId="0" sldId="257"/>
        </pc:sldMkLst>
        <pc:spChg chg="mod">
          <ac:chgData name="Pavanesh Dwivedi" userId="0aba1e5b-3529-45b6-8dcd-24bafd5b55e8" providerId="ADAL" clId="{FE92DF28-62D6-4262-A57C-BE4F69ABB6CE}" dt="2026-03-09T11:34:24.043" v="2951" actId="27636"/>
          <ac:spMkLst>
            <pc:docMk/>
            <pc:sldMk cId="0" sldId="257"/>
            <ac:spMk id="2" creationId="{5F552B1F-FD04-3BF1-4FFA-3888059675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vanesh Dwivedi" userId="0aba1e5b-3529-45b6-8dcd-24bafd5b55e8" providerId="ADAL" clId="{FE92DF28-62D6-4262-A57C-BE4F69ABB6CE}" dt="2025-11-24T12:32:56.429" v="2770" actId="20577"/>
              <pc2:cmMkLst xmlns:pc2="http://schemas.microsoft.com/office/powerpoint/2019/9/main/command">
                <pc:docMk/>
                <pc:sldMk cId="0" sldId="257"/>
                <pc2:cmMk id="{6371FCD2-752C-43CE-897A-227761AC2015}"/>
              </pc2:cmMkLst>
            </pc226:cmChg>
          </p:ext>
        </pc:extLst>
      </pc:sldChg>
      <pc:sldChg chg="addSp delSp modSp mod ord">
        <pc:chgData name="Pavanesh Dwivedi" userId="0aba1e5b-3529-45b6-8dcd-24bafd5b55e8" providerId="ADAL" clId="{FE92DF28-62D6-4262-A57C-BE4F69ABB6CE}" dt="2026-03-25T11:16:44.955" v="5820" actId="20577"/>
        <pc:sldMkLst>
          <pc:docMk/>
          <pc:sldMk cId="4173012900" sldId="9999"/>
        </pc:sldMkLst>
        <pc:spChg chg="add mod">
          <ac:chgData name="Pavanesh Dwivedi" userId="0aba1e5b-3529-45b6-8dcd-24bafd5b55e8" providerId="ADAL" clId="{FE92DF28-62D6-4262-A57C-BE4F69ABB6CE}" dt="2026-03-25T11:13:25.942" v="5700"/>
          <ac:spMkLst>
            <pc:docMk/>
            <pc:sldMk cId="4173012900" sldId="9999"/>
            <ac:spMk id="3" creationId="{693F08C5-B35A-B9F3-07C2-DEA4D3767065}"/>
          </ac:spMkLst>
        </pc:spChg>
        <pc:spChg chg="mod">
          <ac:chgData name="Pavanesh Dwivedi" userId="0aba1e5b-3529-45b6-8dcd-24bafd5b55e8" providerId="ADAL" clId="{FE92DF28-62D6-4262-A57C-BE4F69ABB6CE}" dt="2026-03-25T11:09:05.513" v="5582" actId="20577"/>
          <ac:spMkLst>
            <pc:docMk/>
            <pc:sldMk cId="4173012900" sldId="9999"/>
            <ac:spMk id="9" creationId="{D46450B3-1876-130E-7C33-01B40B691983}"/>
          </ac:spMkLst>
        </pc:spChg>
        <pc:spChg chg="mod">
          <ac:chgData name="Pavanesh Dwivedi" userId="0aba1e5b-3529-45b6-8dcd-24bafd5b55e8" providerId="ADAL" clId="{FE92DF28-62D6-4262-A57C-BE4F69ABB6CE}" dt="2026-03-25T10:51:04.383" v="5322" actId="33524"/>
          <ac:spMkLst>
            <pc:docMk/>
            <pc:sldMk cId="4173012900" sldId="9999"/>
            <ac:spMk id="38" creationId="{1F93C98C-EEE3-9125-54AD-BC88402BBC45}"/>
          </ac:spMkLst>
        </pc:spChg>
        <pc:spChg chg="mod">
          <ac:chgData name="Pavanesh Dwivedi" userId="0aba1e5b-3529-45b6-8dcd-24bafd5b55e8" providerId="ADAL" clId="{FE92DF28-62D6-4262-A57C-BE4F69ABB6CE}" dt="2026-03-25T10:50:35.024" v="5298" actId="14100"/>
          <ac:spMkLst>
            <pc:docMk/>
            <pc:sldMk cId="4173012900" sldId="9999"/>
            <ac:spMk id="39" creationId="{54C76D23-5E3B-2D7D-B860-68B4AC085ED3}"/>
          </ac:spMkLst>
        </pc:spChg>
        <pc:spChg chg="mod">
          <ac:chgData name="Pavanesh Dwivedi" userId="0aba1e5b-3529-45b6-8dcd-24bafd5b55e8" providerId="ADAL" clId="{FE92DF28-62D6-4262-A57C-BE4F69ABB6CE}" dt="2026-03-25T10:50:29.503" v="5297" actId="1076"/>
          <ac:spMkLst>
            <pc:docMk/>
            <pc:sldMk cId="4173012900" sldId="9999"/>
            <ac:spMk id="40" creationId="{493E349A-2215-6E50-BE40-E2BD377F1C4D}"/>
          </ac:spMkLst>
        </pc:spChg>
        <pc:spChg chg="mod">
          <ac:chgData name="Pavanesh Dwivedi" userId="0aba1e5b-3529-45b6-8dcd-24bafd5b55e8" providerId="ADAL" clId="{FE92DF28-62D6-4262-A57C-BE4F69ABB6CE}" dt="2026-03-25T10:50:29.503" v="5297" actId="1076"/>
          <ac:spMkLst>
            <pc:docMk/>
            <pc:sldMk cId="4173012900" sldId="9999"/>
            <ac:spMk id="41" creationId="{C238C00F-D177-79D1-FB63-12266DD5E998}"/>
          </ac:spMkLst>
        </pc:spChg>
        <pc:spChg chg="mod">
          <ac:chgData name="Pavanesh Dwivedi" userId="0aba1e5b-3529-45b6-8dcd-24bafd5b55e8" providerId="ADAL" clId="{FE92DF28-62D6-4262-A57C-BE4F69ABB6CE}" dt="2026-03-25T11:15:20.250" v="5701"/>
          <ac:spMkLst>
            <pc:docMk/>
            <pc:sldMk cId="4173012900" sldId="9999"/>
            <ac:spMk id="42" creationId="{27023E89-83C6-ABF0-705B-E875FA8AA5D7}"/>
          </ac:spMkLst>
        </pc:spChg>
        <pc:spChg chg="mod">
          <ac:chgData name="Pavanesh Dwivedi" userId="0aba1e5b-3529-45b6-8dcd-24bafd5b55e8" providerId="ADAL" clId="{FE92DF28-62D6-4262-A57C-BE4F69ABB6CE}" dt="2026-03-25T10:50:39.690" v="5299" actId="14100"/>
          <ac:spMkLst>
            <pc:docMk/>
            <pc:sldMk cId="4173012900" sldId="9999"/>
            <ac:spMk id="43" creationId="{9FF61BAC-3CDC-ADB5-8855-F69C12C9F68C}"/>
          </ac:spMkLst>
        </pc:spChg>
        <pc:spChg chg="mod">
          <ac:chgData name="Pavanesh Dwivedi" userId="0aba1e5b-3529-45b6-8dcd-24bafd5b55e8" providerId="ADAL" clId="{FE92DF28-62D6-4262-A57C-BE4F69ABB6CE}" dt="2026-03-25T10:50:29.503" v="5297" actId="1076"/>
          <ac:spMkLst>
            <pc:docMk/>
            <pc:sldMk cId="4173012900" sldId="9999"/>
            <ac:spMk id="44" creationId="{557F5E40-84FB-7728-ACF1-4AD389A923C4}"/>
          </ac:spMkLst>
        </pc:spChg>
        <pc:spChg chg="mod">
          <ac:chgData name="Pavanesh Dwivedi" userId="0aba1e5b-3529-45b6-8dcd-24bafd5b55e8" providerId="ADAL" clId="{FE92DF28-62D6-4262-A57C-BE4F69ABB6CE}" dt="2026-03-25T11:16:34.083" v="5818" actId="20577"/>
          <ac:spMkLst>
            <pc:docMk/>
            <pc:sldMk cId="4173012900" sldId="9999"/>
            <ac:spMk id="46" creationId="{ECA474AC-3B03-C0AD-1D2E-4AED13E548DC}"/>
          </ac:spMkLst>
        </pc:spChg>
        <pc:spChg chg="mod">
          <ac:chgData name="Pavanesh Dwivedi" userId="0aba1e5b-3529-45b6-8dcd-24bafd5b55e8" providerId="ADAL" clId="{FE92DF28-62D6-4262-A57C-BE4F69ABB6CE}" dt="2026-03-25T10:50:43.221" v="5300" actId="14100"/>
          <ac:spMkLst>
            <pc:docMk/>
            <pc:sldMk cId="4173012900" sldId="9999"/>
            <ac:spMk id="47" creationId="{A8F76193-A2CD-8826-EBFA-D6560F6CD493}"/>
          </ac:spMkLst>
        </pc:spChg>
        <pc:spChg chg="mod">
          <ac:chgData name="Pavanesh Dwivedi" userId="0aba1e5b-3529-45b6-8dcd-24bafd5b55e8" providerId="ADAL" clId="{FE92DF28-62D6-4262-A57C-BE4F69ABB6CE}" dt="2026-03-25T10:50:29.503" v="5297" actId="1076"/>
          <ac:spMkLst>
            <pc:docMk/>
            <pc:sldMk cId="4173012900" sldId="9999"/>
            <ac:spMk id="48" creationId="{833FD31B-33BC-8BE0-9588-DC6FB6F0F008}"/>
          </ac:spMkLst>
        </pc:spChg>
        <pc:spChg chg="mod">
          <ac:chgData name="Pavanesh Dwivedi" userId="0aba1e5b-3529-45b6-8dcd-24bafd5b55e8" providerId="ADAL" clId="{FE92DF28-62D6-4262-A57C-BE4F69ABB6CE}" dt="2026-03-25T10:50:29.503" v="5297" actId="1076"/>
          <ac:spMkLst>
            <pc:docMk/>
            <pc:sldMk cId="4173012900" sldId="9999"/>
            <ac:spMk id="49" creationId="{C143FA46-D0FC-8FB6-6C1C-ED7B4CA58DA1}"/>
          </ac:spMkLst>
        </pc:spChg>
        <pc:spChg chg="mod">
          <ac:chgData name="Pavanesh Dwivedi" userId="0aba1e5b-3529-45b6-8dcd-24bafd5b55e8" providerId="ADAL" clId="{FE92DF28-62D6-4262-A57C-BE4F69ABB6CE}" dt="2026-03-25T11:16:44.955" v="5820" actId="20577"/>
          <ac:spMkLst>
            <pc:docMk/>
            <pc:sldMk cId="4173012900" sldId="9999"/>
            <ac:spMk id="50" creationId="{9017105D-5591-3292-6FE4-8B19CD6C38E9}"/>
          </ac:spMkLst>
        </pc:spChg>
        <pc:spChg chg="mod">
          <ac:chgData name="Pavanesh Dwivedi" userId="0aba1e5b-3529-45b6-8dcd-24bafd5b55e8" providerId="ADAL" clId="{FE92DF28-62D6-4262-A57C-BE4F69ABB6CE}" dt="2026-03-25T10:50:29.503" v="5297" actId="1076"/>
          <ac:spMkLst>
            <pc:docMk/>
            <pc:sldMk cId="4173012900" sldId="9999"/>
            <ac:spMk id="51" creationId="{3C9BC740-06F4-26DE-45B9-157F4355BB87}"/>
          </ac:spMkLst>
        </pc:spChg>
      </pc:sldChg>
      <pc:sldChg chg="addSp delSp modSp del mod">
        <pc:chgData name="Pavanesh Dwivedi" userId="0aba1e5b-3529-45b6-8dcd-24bafd5b55e8" providerId="ADAL" clId="{FE92DF28-62D6-4262-A57C-BE4F69ABB6CE}" dt="2026-03-27T10:20:34.009" v="7070" actId="47"/>
        <pc:sldMkLst>
          <pc:docMk/>
          <pc:sldMk cId="2871144476" sldId="10000"/>
        </pc:sldMkLst>
      </pc:sldChg>
      <pc:sldChg chg="addSp modSp mod">
        <pc:chgData name="Pavanesh Dwivedi" userId="0aba1e5b-3529-45b6-8dcd-24bafd5b55e8" providerId="ADAL" clId="{FE92DF28-62D6-4262-A57C-BE4F69ABB6CE}" dt="2026-03-25T12:28:31.464" v="6644"/>
        <pc:sldMkLst>
          <pc:docMk/>
          <pc:sldMk cId="3499823187" sldId="10001"/>
        </pc:sldMkLst>
        <pc:spChg chg="add mod">
          <ac:chgData name="Pavanesh Dwivedi" userId="0aba1e5b-3529-45b6-8dcd-24bafd5b55e8" providerId="ADAL" clId="{FE92DF28-62D6-4262-A57C-BE4F69ABB6CE}" dt="2026-03-25T09:50:01.267" v="4814" actId="14100"/>
          <ac:spMkLst>
            <pc:docMk/>
            <pc:sldMk cId="3499823187" sldId="10001"/>
            <ac:spMk id="3" creationId="{28EF2065-F8E6-5844-DD32-86DACE644959}"/>
          </ac:spMkLst>
        </pc:spChg>
        <pc:spChg chg="mod">
          <ac:chgData name="Pavanesh Dwivedi" userId="0aba1e5b-3529-45b6-8dcd-24bafd5b55e8" providerId="ADAL" clId="{FE92DF28-62D6-4262-A57C-BE4F69ABB6CE}" dt="2026-03-25T12:11:22.011" v="6510" actId="15"/>
          <ac:spMkLst>
            <pc:docMk/>
            <pc:sldMk cId="3499823187" sldId="10001"/>
            <ac:spMk id="9" creationId="{43CDA1FA-69E5-315B-3E9E-5D46FC068DC7}"/>
          </ac:spMkLst>
        </pc:spChg>
        <pc:spChg chg="mod">
          <ac:chgData name="Pavanesh Dwivedi" userId="0aba1e5b-3529-45b6-8dcd-24bafd5b55e8" providerId="ADAL" clId="{FE92DF28-62D6-4262-A57C-BE4F69ABB6CE}" dt="2026-03-25T12:26:26.341" v="6608" actId="552"/>
          <ac:spMkLst>
            <pc:docMk/>
            <pc:sldMk cId="3499823187" sldId="10001"/>
            <ac:spMk id="52" creationId="{4D663731-B2D0-428F-7539-59CBCEE8087A}"/>
          </ac:spMkLst>
        </pc:spChg>
        <pc:spChg chg="mod">
          <ac:chgData name="Pavanesh Dwivedi" userId="0aba1e5b-3529-45b6-8dcd-24bafd5b55e8" providerId="ADAL" clId="{FE92DF28-62D6-4262-A57C-BE4F69ABB6CE}" dt="2026-03-25T12:26:26.341" v="6608" actId="552"/>
          <ac:spMkLst>
            <pc:docMk/>
            <pc:sldMk cId="3499823187" sldId="10001"/>
            <ac:spMk id="57" creationId="{4F80A321-980F-AC0A-C26C-2490545D1BEF}"/>
          </ac:spMkLst>
        </pc:spChg>
        <pc:spChg chg="mod">
          <ac:chgData name="Pavanesh Dwivedi" userId="0aba1e5b-3529-45b6-8dcd-24bafd5b55e8" providerId="ADAL" clId="{FE92DF28-62D6-4262-A57C-BE4F69ABB6CE}" dt="2026-03-25T12:27:01.059" v="6627" actId="1076"/>
          <ac:spMkLst>
            <pc:docMk/>
            <pc:sldMk cId="3499823187" sldId="10001"/>
            <ac:spMk id="62" creationId="{D25DF2BE-0FC0-CBE5-B335-7197AD1870D1}"/>
          </ac:spMkLst>
        </pc:spChg>
        <pc:spChg chg="mod">
          <ac:chgData name="Pavanesh Dwivedi" userId="0aba1e5b-3529-45b6-8dcd-24bafd5b55e8" providerId="ADAL" clId="{FE92DF28-62D6-4262-A57C-BE4F69ABB6CE}" dt="2026-03-25T12:28:31.464" v="6644"/>
          <ac:spMkLst>
            <pc:docMk/>
            <pc:sldMk cId="3499823187" sldId="10001"/>
            <ac:spMk id="71" creationId="{40CC63FA-E4B8-F6B3-3E0C-8E90C80EE349}"/>
          </ac:spMkLst>
        </pc:spChg>
        <pc:spChg chg="mod">
          <ac:chgData name="Pavanesh Dwivedi" userId="0aba1e5b-3529-45b6-8dcd-24bafd5b55e8" providerId="ADAL" clId="{FE92DF28-62D6-4262-A57C-BE4F69ABB6CE}" dt="2026-03-18T08:09:54.108" v="2977" actId="20577"/>
          <ac:spMkLst>
            <pc:docMk/>
            <pc:sldMk cId="3499823187" sldId="10001"/>
            <ac:spMk id="113" creationId="{CCC08C25-9D46-24E6-3C8D-C0F9CB0EB238}"/>
          </ac:spMkLst>
        </pc:spChg>
      </pc:sldChg>
      <pc:sldChg chg="addSp delSp modSp mod ord">
        <pc:chgData name="Pavanesh Dwivedi" userId="0aba1e5b-3529-45b6-8dcd-24bafd5b55e8" providerId="ADAL" clId="{FE92DF28-62D6-4262-A57C-BE4F69ABB6CE}" dt="2026-03-25T11:29:39.002" v="6405"/>
        <pc:sldMkLst>
          <pc:docMk/>
          <pc:sldMk cId="182452168" sldId="10002"/>
        </pc:sldMkLst>
        <pc:spChg chg="add mod">
          <ac:chgData name="Pavanesh Dwivedi" userId="0aba1e5b-3529-45b6-8dcd-24bafd5b55e8" providerId="ADAL" clId="{FE92DF28-62D6-4262-A57C-BE4F69ABB6CE}" dt="2026-03-25T11:29:39.002" v="6405"/>
          <ac:spMkLst>
            <pc:docMk/>
            <pc:sldMk cId="182452168" sldId="10002"/>
            <ac:spMk id="3" creationId="{E4881F28-4FE0-827E-57A2-BA036FF939DE}"/>
          </ac:spMkLst>
        </pc:spChg>
        <pc:spChg chg="mod">
          <ac:chgData name="Pavanesh Dwivedi" userId="0aba1e5b-3529-45b6-8dcd-24bafd5b55e8" providerId="ADAL" clId="{FE92DF28-62D6-4262-A57C-BE4F69ABB6CE}" dt="2026-03-25T10:38:33.572" v="4884" actId="20577"/>
          <ac:spMkLst>
            <pc:docMk/>
            <pc:sldMk cId="182452168" sldId="10002"/>
            <ac:spMk id="62" creationId="{B3BF6B48-B115-0D6A-C480-79767140A259}"/>
          </ac:spMkLst>
        </pc:spChg>
      </pc:sldChg>
      <pc:sldChg chg="addSp delSp modSp mod">
        <pc:chgData name="Pavanesh Dwivedi" userId="0aba1e5b-3529-45b6-8dcd-24bafd5b55e8" providerId="ADAL" clId="{FE92DF28-62D6-4262-A57C-BE4F69ABB6CE}" dt="2026-03-27T10:45:37.948" v="7676" actId="14100"/>
        <pc:sldMkLst>
          <pc:docMk/>
          <pc:sldMk cId="1540346278" sldId="10003"/>
        </pc:sldMkLst>
        <pc:spChg chg="mod">
          <ac:chgData name="Pavanesh Dwivedi" userId="0aba1e5b-3529-45b6-8dcd-24bafd5b55e8" providerId="ADAL" clId="{FE92DF28-62D6-4262-A57C-BE4F69ABB6CE}" dt="2026-03-27T10:23:35" v="7207" actId="20577"/>
          <ac:spMkLst>
            <pc:docMk/>
            <pc:sldMk cId="1540346278" sldId="10003"/>
            <ac:spMk id="9" creationId="{9E361771-3506-01DB-11FE-E38457B60166}"/>
          </ac:spMkLst>
        </pc:spChg>
        <pc:spChg chg="del">
          <ac:chgData name="Pavanesh Dwivedi" userId="0aba1e5b-3529-45b6-8dcd-24bafd5b55e8" providerId="ADAL" clId="{FE92DF28-62D6-4262-A57C-BE4F69ABB6CE}" dt="2026-03-27T10:28:44.700" v="7539" actId="478"/>
          <ac:spMkLst>
            <pc:docMk/>
            <pc:sldMk cId="1540346278" sldId="10003"/>
            <ac:spMk id="28" creationId="{B0161547-092B-4860-BAC9-9D99A2B413A6}"/>
          </ac:spMkLst>
        </pc:spChg>
        <pc:spChg chg="mod">
          <ac:chgData name="Pavanesh Dwivedi" userId="0aba1e5b-3529-45b6-8dcd-24bafd5b55e8" providerId="ADAL" clId="{FE92DF28-62D6-4262-A57C-BE4F69ABB6CE}" dt="2026-03-27T10:45:33.520" v="7674" actId="1038"/>
          <ac:spMkLst>
            <pc:docMk/>
            <pc:sldMk cId="1540346278" sldId="10003"/>
            <ac:spMk id="30" creationId="{DF563565-4BD9-516A-91F6-105C18F628A8}"/>
          </ac:spMkLst>
        </pc:spChg>
        <pc:spChg chg="del">
          <ac:chgData name="Pavanesh Dwivedi" userId="0aba1e5b-3529-45b6-8dcd-24bafd5b55e8" providerId="ADAL" clId="{FE92DF28-62D6-4262-A57C-BE4F69ABB6CE}" dt="2026-03-27T10:28:49.846" v="7540" actId="478"/>
          <ac:spMkLst>
            <pc:docMk/>
            <pc:sldMk cId="1540346278" sldId="10003"/>
            <ac:spMk id="31" creationId="{64BFAC0F-6192-1202-1E7E-531C0B5F45D3}"/>
          </ac:spMkLst>
        </pc:spChg>
        <pc:spChg chg="del">
          <ac:chgData name="Pavanesh Dwivedi" userId="0aba1e5b-3529-45b6-8dcd-24bafd5b55e8" providerId="ADAL" clId="{FE92DF28-62D6-4262-A57C-BE4F69ABB6CE}" dt="2026-03-27T10:28:49.846" v="7540" actId="478"/>
          <ac:spMkLst>
            <pc:docMk/>
            <pc:sldMk cId="1540346278" sldId="10003"/>
            <ac:spMk id="32" creationId="{B06A5085-A506-B3B2-E03C-9B6C1CF4C2EF}"/>
          </ac:spMkLst>
        </pc:spChg>
        <pc:spChg chg="del">
          <ac:chgData name="Pavanesh Dwivedi" userId="0aba1e5b-3529-45b6-8dcd-24bafd5b55e8" providerId="ADAL" clId="{FE92DF28-62D6-4262-A57C-BE4F69ABB6CE}" dt="2026-03-27T10:28:49.846" v="7540" actId="478"/>
          <ac:spMkLst>
            <pc:docMk/>
            <pc:sldMk cId="1540346278" sldId="10003"/>
            <ac:spMk id="33" creationId="{DE88392B-CC9D-CB18-F51B-ECFA26D248E1}"/>
          </ac:spMkLst>
        </pc:spChg>
        <pc:spChg chg="add mod">
          <ac:chgData name="Pavanesh Dwivedi" userId="0aba1e5b-3529-45b6-8dcd-24bafd5b55e8" providerId="ADAL" clId="{FE92DF28-62D6-4262-A57C-BE4F69ABB6CE}" dt="2026-03-25T12:57:52.758" v="6979"/>
          <ac:spMkLst>
            <pc:docMk/>
            <pc:sldMk cId="1540346278" sldId="10003"/>
            <ac:spMk id="36" creationId="{2AEBD1D2-B8E1-477A-DCF2-39D4D3362A66}"/>
          </ac:spMkLst>
        </pc:spChg>
        <pc:grpChg chg="mod">
          <ac:chgData name="Pavanesh Dwivedi" userId="0aba1e5b-3529-45b6-8dcd-24bafd5b55e8" providerId="ADAL" clId="{FE92DF28-62D6-4262-A57C-BE4F69ABB6CE}" dt="2026-03-27T10:45:37.948" v="7676" actId="14100"/>
          <ac:grpSpMkLst>
            <pc:docMk/>
            <pc:sldMk cId="1540346278" sldId="10003"/>
            <ac:grpSpMk id="5" creationId="{560AEE30-783F-CAA3-EBA0-0316C677B68C}"/>
          </ac:grpSpMkLst>
        </pc:grpChg>
        <pc:graphicFrameChg chg="mod">
          <ac:chgData name="Pavanesh Dwivedi" userId="0aba1e5b-3529-45b6-8dcd-24bafd5b55e8" providerId="ADAL" clId="{FE92DF28-62D6-4262-A57C-BE4F69ABB6CE}" dt="2026-03-27T10:45:16.297" v="7658" actId="1076"/>
          <ac:graphicFrameMkLst>
            <pc:docMk/>
            <pc:sldMk cId="1540346278" sldId="10003"/>
            <ac:graphicFrameMk id="29" creationId="{766E0BDB-0DE3-80B1-4F45-F2591EF9F70E}"/>
          </ac:graphicFrameMkLst>
        </pc:graphicFrameChg>
        <pc:cxnChg chg="del">
          <ac:chgData name="Pavanesh Dwivedi" userId="0aba1e5b-3529-45b6-8dcd-24bafd5b55e8" providerId="ADAL" clId="{FE92DF28-62D6-4262-A57C-BE4F69ABB6CE}" dt="2026-03-27T10:28:49.846" v="7540" actId="478"/>
          <ac:cxnSpMkLst>
            <pc:docMk/>
            <pc:sldMk cId="1540346278" sldId="10003"/>
            <ac:cxnSpMk id="34" creationId="{3797FD58-F3F1-C194-EF10-10B89321FD6C}"/>
          </ac:cxnSpMkLst>
        </pc:cxnChg>
        <pc:cxnChg chg="del">
          <ac:chgData name="Pavanesh Dwivedi" userId="0aba1e5b-3529-45b6-8dcd-24bafd5b55e8" providerId="ADAL" clId="{FE92DF28-62D6-4262-A57C-BE4F69ABB6CE}" dt="2026-03-27T10:28:49.846" v="7540" actId="478"/>
          <ac:cxnSpMkLst>
            <pc:docMk/>
            <pc:sldMk cId="1540346278" sldId="10003"/>
            <ac:cxnSpMk id="35" creationId="{4580A016-C61C-743A-0351-34B5402A07C2}"/>
          </ac:cxnSpMkLst>
        </pc:cxnChg>
      </pc:sldChg>
      <pc:sldChg chg="addSp delSp modSp mod ord">
        <pc:chgData name="Pavanesh Dwivedi" userId="0aba1e5b-3529-45b6-8dcd-24bafd5b55e8" providerId="ADAL" clId="{FE92DF28-62D6-4262-A57C-BE4F69ABB6CE}" dt="2026-03-27T10:46:04.584" v="7727" actId="20577"/>
        <pc:sldMkLst>
          <pc:docMk/>
          <pc:sldMk cId="440669104" sldId="10004"/>
        </pc:sldMkLst>
        <pc:spChg chg="add del mod">
          <ac:chgData name="Pavanesh Dwivedi" userId="0aba1e5b-3529-45b6-8dcd-24bafd5b55e8" providerId="ADAL" clId="{FE92DF28-62D6-4262-A57C-BE4F69ABB6CE}" dt="2026-03-27T10:29:32.431" v="7621" actId="478"/>
          <ac:spMkLst>
            <pc:docMk/>
            <pc:sldMk cId="440669104" sldId="10004"/>
            <ac:spMk id="4" creationId="{22416008-65DE-FBD5-4A9C-F765BCE3BB1F}"/>
          </ac:spMkLst>
        </pc:spChg>
        <pc:spChg chg="add mod">
          <ac:chgData name="Pavanesh Dwivedi" userId="0aba1e5b-3529-45b6-8dcd-24bafd5b55e8" providerId="ADAL" clId="{FE92DF28-62D6-4262-A57C-BE4F69ABB6CE}" dt="2026-03-27T10:29:33.528" v="7622"/>
          <ac:spMkLst>
            <pc:docMk/>
            <pc:sldMk cId="440669104" sldId="10004"/>
            <ac:spMk id="5" creationId="{3D434226-228B-8743-57C7-49E97E9D27EF}"/>
          </ac:spMkLst>
        </pc:spChg>
        <pc:spChg chg="mod">
          <ac:chgData name="Pavanesh Dwivedi" userId="0aba1e5b-3529-45b6-8dcd-24bafd5b55e8" providerId="ADAL" clId="{FE92DF28-62D6-4262-A57C-BE4F69ABB6CE}" dt="2026-03-27T10:23:53.958" v="7241" actId="20577"/>
          <ac:spMkLst>
            <pc:docMk/>
            <pc:sldMk cId="440669104" sldId="10004"/>
            <ac:spMk id="9" creationId="{CDC43E26-0B1E-7735-5EE2-7AC88FF0714F}"/>
          </ac:spMkLst>
        </pc:spChg>
        <pc:graphicFrameChg chg="add del mod modGraphic">
          <ac:chgData name="Pavanesh Dwivedi" userId="0aba1e5b-3529-45b6-8dcd-24bafd5b55e8" providerId="ADAL" clId="{FE92DF28-62D6-4262-A57C-BE4F69ABB6CE}" dt="2026-03-27T10:46:04.584" v="7727" actId="20577"/>
          <ac:graphicFrameMkLst>
            <pc:docMk/>
            <pc:sldMk cId="440669104" sldId="10004"/>
            <ac:graphicFrameMk id="3" creationId="{698382C2-35AF-9967-3EE1-A121616BD6A8}"/>
          </ac:graphicFrameMkLst>
        </pc:graphicFrameChg>
      </pc:sldChg>
      <pc:sldChg chg="addSp delSp modSp mod ord">
        <pc:chgData name="Pavanesh Dwivedi" userId="0aba1e5b-3529-45b6-8dcd-24bafd5b55e8" providerId="ADAL" clId="{FE92DF28-62D6-4262-A57C-BE4F69ABB6CE}" dt="2026-03-27T10:44:55.098" v="7655" actId="1076"/>
        <pc:sldMkLst>
          <pc:docMk/>
          <pc:sldMk cId="3328426349" sldId="10005"/>
        </pc:sldMkLst>
        <pc:spChg chg="mod">
          <ac:chgData name="Pavanesh Dwivedi" userId="0aba1e5b-3529-45b6-8dcd-24bafd5b55e8" providerId="ADAL" clId="{FE92DF28-62D6-4262-A57C-BE4F69ABB6CE}" dt="2026-03-25T10:48:29.937" v="5162" actId="20577"/>
          <ac:spMkLst>
            <pc:docMk/>
            <pc:sldMk cId="3328426349" sldId="10005"/>
            <ac:spMk id="2" creationId="{0EC4AA7D-6B97-A335-0E2A-635AE2506377}"/>
          </ac:spMkLst>
        </pc:spChg>
        <pc:spChg chg="add mod">
          <ac:chgData name="Pavanesh Dwivedi" userId="0aba1e5b-3529-45b6-8dcd-24bafd5b55e8" providerId="ADAL" clId="{FE92DF28-62D6-4262-A57C-BE4F69ABB6CE}" dt="2026-03-25T10:48:37.496" v="5164"/>
          <ac:spMkLst>
            <pc:docMk/>
            <pc:sldMk cId="3328426349" sldId="10005"/>
            <ac:spMk id="54" creationId="{FE6F0650-CB52-71A7-4F5D-E590BA7EABE4}"/>
          </ac:spMkLst>
        </pc:spChg>
        <pc:picChg chg="add del mod modCrop">
          <ac:chgData name="Pavanesh Dwivedi" userId="0aba1e5b-3529-45b6-8dcd-24bafd5b55e8" providerId="ADAL" clId="{FE92DF28-62D6-4262-A57C-BE4F69ABB6CE}" dt="2026-03-27T10:43:07.111" v="7638" actId="18131"/>
          <ac:picMkLst>
            <pc:docMk/>
            <pc:sldMk cId="3328426349" sldId="10005"/>
            <ac:picMk id="4" creationId="{98D89CEC-61EF-31A9-86FF-95A1550CA0E0}"/>
          </ac:picMkLst>
        </pc:picChg>
        <pc:picChg chg="del">
          <ac:chgData name="Pavanesh Dwivedi" userId="0aba1e5b-3529-45b6-8dcd-24bafd5b55e8" providerId="ADAL" clId="{FE92DF28-62D6-4262-A57C-BE4F69ABB6CE}" dt="2026-03-27T10:43:13.597" v="7640" actId="478"/>
          <ac:picMkLst>
            <pc:docMk/>
            <pc:sldMk cId="3328426349" sldId="10005"/>
            <ac:picMk id="6" creationId="{D0FE98C6-386A-82F9-9D9D-21FD41892DA6}"/>
          </ac:picMkLst>
        </pc:picChg>
        <pc:picChg chg="del">
          <ac:chgData name="Pavanesh Dwivedi" userId="0aba1e5b-3529-45b6-8dcd-24bafd5b55e8" providerId="ADAL" clId="{FE92DF28-62D6-4262-A57C-BE4F69ABB6CE}" dt="2026-03-27T10:43:14.754" v="7641" actId="478"/>
          <ac:picMkLst>
            <pc:docMk/>
            <pc:sldMk cId="3328426349" sldId="10005"/>
            <ac:picMk id="7" creationId="{5FC1A3B6-4374-DAD0-351A-752394DB06C3}"/>
          </ac:picMkLst>
        </pc:picChg>
        <pc:picChg chg="del">
          <ac:chgData name="Pavanesh Dwivedi" userId="0aba1e5b-3529-45b6-8dcd-24bafd5b55e8" providerId="ADAL" clId="{FE92DF28-62D6-4262-A57C-BE4F69ABB6CE}" dt="2026-03-27T10:43:15.422" v="7642" actId="478"/>
          <ac:picMkLst>
            <pc:docMk/>
            <pc:sldMk cId="3328426349" sldId="10005"/>
            <ac:picMk id="8" creationId="{49D1F782-D820-8FBE-28F0-70CB8305BFD3}"/>
          </ac:picMkLst>
        </pc:picChg>
        <pc:picChg chg="del">
          <ac:chgData name="Pavanesh Dwivedi" userId="0aba1e5b-3529-45b6-8dcd-24bafd5b55e8" providerId="ADAL" clId="{FE92DF28-62D6-4262-A57C-BE4F69ABB6CE}" dt="2026-03-27T10:43:12.873" v="7639" actId="478"/>
          <ac:picMkLst>
            <pc:docMk/>
            <pc:sldMk cId="3328426349" sldId="10005"/>
            <ac:picMk id="10" creationId="{B5DF827C-44E5-1334-E71F-E0C1EC7A0903}"/>
          </ac:picMkLst>
        </pc:picChg>
        <pc:picChg chg="add del mod modCrop">
          <ac:chgData name="Pavanesh Dwivedi" userId="0aba1e5b-3529-45b6-8dcd-24bafd5b55e8" providerId="ADAL" clId="{FE92DF28-62D6-4262-A57C-BE4F69ABB6CE}" dt="2026-03-27T10:42:43.404" v="7633" actId="478"/>
          <ac:picMkLst>
            <pc:docMk/>
            <pc:sldMk cId="3328426349" sldId="10005"/>
            <ac:picMk id="12" creationId="{7C91791C-5E4B-6C21-AD41-A7287D4AD599}"/>
          </ac:picMkLst>
        </pc:picChg>
        <pc:picChg chg="add mod modCrop">
          <ac:chgData name="Pavanesh Dwivedi" userId="0aba1e5b-3529-45b6-8dcd-24bafd5b55e8" providerId="ADAL" clId="{FE92DF28-62D6-4262-A57C-BE4F69ABB6CE}" dt="2026-03-27T10:44:34.871" v="7651" actId="18131"/>
          <ac:picMkLst>
            <pc:docMk/>
            <pc:sldMk cId="3328426349" sldId="10005"/>
            <ac:picMk id="13" creationId="{5F1A20D1-3FB1-9E66-8342-306DCE22499B}"/>
          </ac:picMkLst>
        </pc:picChg>
        <pc:picChg chg="add del mod">
          <ac:chgData name="Pavanesh Dwivedi" userId="0aba1e5b-3529-45b6-8dcd-24bafd5b55e8" providerId="ADAL" clId="{FE92DF28-62D6-4262-A57C-BE4F69ABB6CE}" dt="2026-03-27T10:44:02.463" v="7646" actId="478"/>
          <ac:picMkLst>
            <pc:docMk/>
            <pc:sldMk cId="3328426349" sldId="10005"/>
            <ac:picMk id="14" creationId="{67906348-35BF-963D-161B-C32B8E0A3D69}"/>
          </ac:picMkLst>
        </pc:picChg>
        <pc:picChg chg="add mod">
          <ac:chgData name="Pavanesh Dwivedi" userId="0aba1e5b-3529-45b6-8dcd-24bafd5b55e8" providerId="ADAL" clId="{FE92DF28-62D6-4262-A57C-BE4F69ABB6CE}" dt="2026-03-27T10:44:47.709" v="7653" actId="1076"/>
          <ac:picMkLst>
            <pc:docMk/>
            <pc:sldMk cId="3328426349" sldId="10005"/>
            <ac:picMk id="15" creationId="{D96C31B9-7A8F-F92F-8FE0-48574A108925}"/>
          </ac:picMkLst>
        </pc:picChg>
        <pc:picChg chg="add mod">
          <ac:chgData name="Pavanesh Dwivedi" userId="0aba1e5b-3529-45b6-8dcd-24bafd5b55e8" providerId="ADAL" clId="{FE92DF28-62D6-4262-A57C-BE4F69ABB6CE}" dt="2026-03-27T10:44:47.709" v="7653" actId="1076"/>
          <ac:picMkLst>
            <pc:docMk/>
            <pc:sldMk cId="3328426349" sldId="10005"/>
            <ac:picMk id="17" creationId="{8E120847-7C01-E199-E36C-91AED4EF9B12}"/>
          </ac:picMkLst>
        </pc:picChg>
        <pc:picChg chg="add mod">
          <ac:chgData name="Pavanesh Dwivedi" userId="0aba1e5b-3529-45b6-8dcd-24bafd5b55e8" providerId="ADAL" clId="{FE92DF28-62D6-4262-A57C-BE4F69ABB6CE}" dt="2026-03-27T10:44:55.098" v="7655" actId="1076"/>
          <ac:picMkLst>
            <pc:docMk/>
            <pc:sldMk cId="3328426349" sldId="10005"/>
            <ac:picMk id="20" creationId="{8BA7477B-EEB2-7221-AEE4-E71A1EC81E74}"/>
          </ac:picMkLst>
        </pc:picChg>
      </pc:sldChg>
      <pc:sldChg chg="addSp modSp mod">
        <pc:chgData name="Pavanesh Dwivedi" userId="0aba1e5b-3529-45b6-8dcd-24bafd5b55e8" providerId="ADAL" clId="{FE92DF28-62D6-4262-A57C-BE4F69ABB6CE}" dt="2026-03-25T09:36:05.777" v="4779" actId="207"/>
        <pc:sldMkLst>
          <pc:docMk/>
          <pc:sldMk cId="2661864271" sldId="10006"/>
        </pc:sldMkLst>
        <pc:spChg chg="add mod">
          <ac:chgData name="Pavanesh Dwivedi" userId="0aba1e5b-3529-45b6-8dcd-24bafd5b55e8" providerId="ADAL" clId="{FE92DF28-62D6-4262-A57C-BE4F69ABB6CE}" dt="2026-03-25T09:36:05.777" v="4779" actId="207"/>
          <ac:spMkLst>
            <pc:docMk/>
            <pc:sldMk cId="2661864271" sldId="10006"/>
            <ac:spMk id="2" creationId="{4700BF90-7B23-99D3-6685-1F24CAFAB395}"/>
          </ac:spMkLst>
        </pc:spChg>
      </pc:sldChg>
      <pc:sldChg chg="addSp delSp modSp new del mod ord">
        <pc:chgData name="Pavanesh Dwivedi" userId="0aba1e5b-3529-45b6-8dcd-24bafd5b55e8" providerId="ADAL" clId="{FE92DF28-62D6-4262-A57C-BE4F69ABB6CE}" dt="2026-03-27T10:30:36.210" v="7623" actId="47"/>
        <pc:sldMkLst>
          <pc:docMk/>
          <pc:sldMk cId="3777517579" sldId="10007"/>
        </pc:sldMkLst>
      </pc:sldChg>
      <pc:sldChg chg="addSp modSp new mod">
        <pc:chgData name="Pavanesh Dwivedi" userId="0aba1e5b-3529-45b6-8dcd-24bafd5b55e8" providerId="ADAL" clId="{FE92DF28-62D6-4262-A57C-BE4F69ABB6CE}" dt="2026-03-25T09:35:01.093" v="4774"/>
        <pc:sldMkLst>
          <pc:docMk/>
          <pc:sldMk cId="1858923389" sldId="10008"/>
        </pc:sldMkLst>
        <pc:spChg chg="mod">
          <ac:chgData name="Pavanesh Dwivedi" userId="0aba1e5b-3529-45b6-8dcd-24bafd5b55e8" providerId="ADAL" clId="{FE92DF28-62D6-4262-A57C-BE4F69ABB6CE}" dt="2026-03-18T12:07:38.304" v="4360" actId="404"/>
          <ac:spMkLst>
            <pc:docMk/>
            <pc:sldMk cId="1858923389" sldId="10008"/>
            <ac:spMk id="2" creationId="{DF4C2308-A2A7-5F1E-F665-6BEA08B8D6A4}"/>
          </ac:spMkLst>
        </pc:spChg>
        <pc:spChg chg="mod">
          <ac:chgData name="Pavanesh Dwivedi" userId="0aba1e5b-3529-45b6-8dcd-24bafd5b55e8" providerId="ADAL" clId="{FE92DF28-62D6-4262-A57C-BE4F69ABB6CE}" dt="2026-03-25T09:35:01.093" v="4774"/>
          <ac:spMkLst>
            <pc:docMk/>
            <pc:sldMk cId="1858923389" sldId="10008"/>
            <ac:spMk id="3" creationId="{21142356-F450-0B08-81BA-CE0E6A268828}"/>
          </ac:spMkLst>
        </pc:spChg>
        <pc:spChg chg="mod">
          <ac:chgData name="Pavanesh Dwivedi" userId="0aba1e5b-3529-45b6-8dcd-24bafd5b55e8" providerId="ADAL" clId="{FE92DF28-62D6-4262-A57C-BE4F69ABB6CE}" dt="2026-03-18T12:06:37.299" v="4352" actId="14100"/>
          <ac:spMkLst>
            <pc:docMk/>
            <pc:sldMk cId="1858923389" sldId="10008"/>
            <ac:spMk id="4" creationId="{79DBF8A1-20A4-28FA-76BC-421DC5C9363B}"/>
          </ac:spMkLst>
        </pc:spChg>
        <pc:spChg chg="add mod">
          <ac:chgData name="Pavanesh Dwivedi" userId="0aba1e5b-3529-45b6-8dcd-24bafd5b55e8" providerId="ADAL" clId="{FE92DF28-62D6-4262-A57C-BE4F69ABB6CE}" dt="2026-03-25T09:34:24.538" v="4723" actId="20577"/>
          <ac:spMkLst>
            <pc:docMk/>
            <pc:sldMk cId="1858923389" sldId="10008"/>
            <ac:spMk id="6" creationId="{8BC040F6-7EDC-C60B-CA7A-A2B996CE0717}"/>
          </ac:spMkLst>
        </pc:spChg>
      </pc:sldChg>
      <pc:sldChg chg="addSp delSp modSp add mod">
        <pc:chgData name="Pavanesh Dwivedi" userId="0aba1e5b-3529-45b6-8dcd-24bafd5b55e8" providerId="ADAL" clId="{FE92DF28-62D6-4262-A57C-BE4F69ABB6CE}" dt="2026-03-25T11:30:23.600" v="6421" actId="1037"/>
        <pc:sldMkLst>
          <pc:docMk/>
          <pc:sldMk cId="3216017869" sldId="10009"/>
        </pc:sldMkLst>
        <pc:spChg chg="mod">
          <ac:chgData name="Pavanesh Dwivedi" userId="0aba1e5b-3529-45b6-8dcd-24bafd5b55e8" providerId="ADAL" clId="{FE92DF28-62D6-4262-A57C-BE4F69ABB6CE}" dt="2026-03-25T09:16:13.360" v="4549" actId="20577"/>
          <ac:spMkLst>
            <pc:docMk/>
            <pc:sldMk cId="3216017869" sldId="10009"/>
            <ac:spMk id="2" creationId="{7BA46F48-E803-E38A-04EC-D9D841EB9FF8}"/>
          </ac:spMkLst>
        </pc:spChg>
        <pc:spChg chg="add mod">
          <ac:chgData name="Pavanesh Dwivedi" userId="0aba1e5b-3529-45b6-8dcd-24bafd5b55e8" providerId="ADAL" clId="{FE92DF28-62D6-4262-A57C-BE4F69ABB6CE}" dt="2026-03-25T11:30:23.600" v="6421" actId="1037"/>
          <ac:spMkLst>
            <pc:docMk/>
            <pc:sldMk cId="3216017869" sldId="10009"/>
            <ac:spMk id="3" creationId="{1C5A9E1B-8787-B37E-8EE5-8A55169FD57D}"/>
          </ac:spMkLst>
        </pc:spChg>
        <pc:picChg chg="add mod">
          <ac:chgData name="Pavanesh Dwivedi" userId="0aba1e5b-3529-45b6-8dcd-24bafd5b55e8" providerId="ADAL" clId="{FE92DF28-62D6-4262-A57C-BE4F69ABB6CE}" dt="2026-03-25T09:25:23.977" v="4560" actId="1076"/>
          <ac:picMkLst>
            <pc:docMk/>
            <pc:sldMk cId="3216017869" sldId="10009"/>
            <ac:picMk id="7" creationId="{E518D4AE-B74D-3658-0E4E-F95AC8993C46}"/>
          </ac:picMkLst>
        </pc:picChg>
        <pc:picChg chg="mod">
          <ac:chgData name="Pavanesh Dwivedi" userId="0aba1e5b-3529-45b6-8dcd-24bafd5b55e8" providerId="ADAL" clId="{FE92DF28-62D6-4262-A57C-BE4F69ABB6CE}" dt="2026-03-25T09:13:05.370" v="4478" actId="1076"/>
          <ac:picMkLst>
            <pc:docMk/>
            <pc:sldMk cId="3216017869" sldId="10009"/>
            <ac:picMk id="1026" creationId="{9ACAE025-354A-2070-A33A-290CAB7954E6}"/>
          </ac:picMkLst>
        </pc:picChg>
      </pc:sldChg>
      <pc:sldChg chg="addSp delSp modSp add mod">
        <pc:chgData name="Pavanesh Dwivedi" userId="0aba1e5b-3529-45b6-8dcd-24bafd5b55e8" providerId="ADAL" clId="{FE92DF28-62D6-4262-A57C-BE4F69ABB6CE}" dt="2026-03-27T10:20:30.577" v="7069" actId="948"/>
        <pc:sldMkLst>
          <pc:docMk/>
          <pc:sldMk cId="3789098174" sldId="10010"/>
        </pc:sldMkLst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3" creationId="{24674A1F-098A-A77E-9648-B5AD12391EA2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4" creationId="{A64D0900-CA73-6C9E-F3D5-0583B7FCE437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5" creationId="{373F6342-5E6B-6DCD-0194-60B5D7757CDC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6" creationId="{ECB55456-4E30-FD4D-7F3A-1ED3E4ACDE31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19" creationId="{EB9AC0FF-9864-493A-6AFA-958D95B026E5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21" creationId="{2EA07AAE-98BC-4331-6457-6DEBCF7C34F8}"/>
          </ac:spMkLst>
        </pc:spChg>
        <pc:spChg chg="del mod">
          <ac:chgData name="Pavanesh Dwivedi" userId="0aba1e5b-3529-45b6-8dcd-24bafd5b55e8" providerId="ADAL" clId="{FE92DF28-62D6-4262-A57C-BE4F69ABB6CE}" dt="2026-03-27T10:18:36.645" v="7033" actId="478"/>
          <ac:spMkLst>
            <pc:docMk/>
            <pc:sldMk cId="3789098174" sldId="10010"/>
            <ac:spMk id="24" creationId="{C1840FA6-CB32-A7A1-5613-8EB41412C783}"/>
          </ac:spMkLst>
        </pc:spChg>
        <pc:spChg chg="del mod">
          <ac:chgData name="Pavanesh Dwivedi" userId="0aba1e5b-3529-45b6-8dcd-24bafd5b55e8" providerId="ADAL" clId="{FE92DF28-62D6-4262-A57C-BE4F69ABB6CE}" dt="2026-03-27T10:18:35.163" v="7032" actId="478"/>
          <ac:spMkLst>
            <pc:docMk/>
            <pc:sldMk cId="3789098174" sldId="10010"/>
            <ac:spMk id="25" creationId="{D5BD1CFE-DDB3-66BE-6B61-C91E025DAE99}"/>
          </ac:spMkLst>
        </pc:spChg>
        <pc:spChg chg="add del">
          <ac:chgData name="Pavanesh Dwivedi" userId="0aba1e5b-3529-45b6-8dcd-24bafd5b55e8" providerId="ADAL" clId="{FE92DF28-62D6-4262-A57C-BE4F69ABB6CE}" dt="2026-03-27T10:19:40.070" v="7056" actId="478"/>
          <ac:spMkLst>
            <pc:docMk/>
            <pc:sldMk cId="3789098174" sldId="10010"/>
            <ac:spMk id="27" creationId="{4D189BBF-B1E2-CF23-E4B9-55D4436B430A}"/>
          </ac:spMkLst>
        </pc:spChg>
        <pc:spChg chg="del">
          <ac:chgData name="Pavanesh Dwivedi" userId="0aba1e5b-3529-45b6-8dcd-24bafd5b55e8" providerId="ADAL" clId="{FE92DF28-62D6-4262-A57C-BE4F69ABB6CE}" dt="2026-03-27T10:19:43.568" v="7057" actId="478"/>
          <ac:spMkLst>
            <pc:docMk/>
            <pc:sldMk cId="3789098174" sldId="10010"/>
            <ac:spMk id="47" creationId="{66A83F30-1893-D054-6360-9874F6198DDF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82" creationId="{06EE6320-13BA-22DD-C3B4-8BD64BD20BBA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83" creationId="{9EF5F5AD-C5FB-6282-2AC1-30B12156A3F2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85" creationId="{A39A7D46-3E5F-0814-CCCA-BA6DA997D948}"/>
          </ac:spMkLst>
        </pc:spChg>
        <pc:spChg chg="del">
          <ac:chgData name="Pavanesh Dwivedi" userId="0aba1e5b-3529-45b6-8dcd-24bafd5b55e8" providerId="ADAL" clId="{FE92DF28-62D6-4262-A57C-BE4F69ABB6CE}" dt="2026-03-27T10:18:31.094" v="7031" actId="478"/>
          <ac:spMkLst>
            <pc:docMk/>
            <pc:sldMk cId="3789098174" sldId="10010"/>
            <ac:spMk id="87" creationId="{10C252EB-5560-46D9-C061-0905657D0ADD}"/>
          </ac:spMkLst>
        </pc:spChg>
        <pc:spChg chg="mod">
          <ac:chgData name="Pavanesh Dwivedi" userId="0aba1e5b-3529-45b6-8dcd-24bafd5b55e8" providerId="ADAL" clId="{FE92DF28-62D6-4262-A57C-BE4F69ABB6CE}" dt="2026-03-27T10:20:30.577" v="7069" actId="948"/>
          <ac:spMkLst>
            <pc:docMk/>
            <pc:sldMk cId="3789098174" sldId="10010"/>
            <ac:spMk id="88" creationId="{E4ACFC2D-CF54-B8C7-342D-032F725F757B}"/>
          </ac:spMkLst>
        </pc:spChg>
        <pc:spChg chg="del">
          <ac:chgData name="Pavanesh Dwivedi" userId="0aba1e5b-3529-45b6-8dcd-24bafd5b55e8" providerId="ADAL" clId="{FE92DF28-62D6-4262-A57C-BE4F69ABB6CE}" dt="2026-03-27T10:17:41.443" v="7019" actId="478"/>
          <ac:spMkLst>
            <pc:docMk/>
            <pc:sldMk cId="3789098174" sldId="10010"/>
            <ac:spMk id="101" creationId="{01832CE8-B3C8-DE0C-A61B-07AB43F5D76B}"/>
          </ac:spMkLst>
        </pc:spChg>
        <pc:spChg chg="del mod">
          <ac:chgData name="Pavanesh Dwivedi" userId="0aba1e5b-3529-45b6-8dcd-24bafd5b55e8" providerId="ADAL" clId="{FE92DF28-62D6-4262-A57C-BE4F69ABB6CE}" dt="2026-03-27T10:19:01.650" v="7039" actId="478"/>
          <ac:spMkLst>
            <pc:docMk/>
            <pc:sldMk cId="3789098174" sldId="10010"/>
            <ac:spMk id="106" creationId="{478F4511-61FF-4A2B-9F43-3DB624F9E138}"/>
          </ac:spMkLst>
        </pc:spChg>
        <pc:spChg chg="del mod">
          <ac:chgData name="Pavanesh Dwivedi" userId="0aba1e5b-3529-45b6-8dcd-24bafd5b55e8" providerId="ADAL" clId="{FE92DF28-62D6-4262-A57C-BE4F69ABB6CE}" dt="2026-03-27T10:18:59.697" v="7038" actId="478"/>
          <ac:spMkLst>
            <pc:docMk/>
            <pc:sldMk cId="3789098174" sldId="10010"/>
            <ac:spMk id="107" creationId="{589806C1-945C-0A9B-18E4-B2CBDC21BA56}"/>
          </ac:spMkLst>
        </pc:spChg>
      </pc:sldChg>
      <pc:sldMasterChg chg="modSldLayout">
        <pc:chgData name="Pavanesh Dwivedi" userId="0aba1e5b-3529-45b6-8dcd-24bafd5b55e8" providerId="ADAL" clId="{FE92DF28-62D6-4262-A57C-BE4F69ABB6CE}" dt="2026-03-18T12:13:50.168" v="4373" actId="478"/>
        <pc:sldMasterMkLst>
          <pc:docMk/>
          <pc:sldMasterMk cId="2332470846" sldId="2147483688"/>
        </pc:sldMasterMkLst>
        <pc:sldLayoutChg chg="addSp delSp modSp mod">
          <pc:chgData name="Pavanesh Dwivedi" userId="0aba1e5b-3529-45b6-8dcd-24bafd5b55e8" providerId="ADAL" clId="{FE92DF28-62D6-4262-A57C-BE4F69ABB6CE}" dt="2026-03-18T12:13:50.168" v="4373" actId="478"/>
          <pc:sldLayoutMkLst>
            <pc:docMk/>
            <pc:sldMasterMk cId="2332470846" sldId="2147483688"/>
            <pc:sldLayoutMk cId="547763840" sldId="2147483700"/>
          </pc:sldLayoutMkLst>
          <pc:grpChg chg="add mod">
            <ac:chgData name="Pavanesh Dwivedi" userId="0aba1e5b-3529-45b6-8dcd-24bafd5b55e8" providerId="ADAL" clId="{FE92DF28-62D6-4262-A57C-BE4F69ABB6CE}" dt="2026-03-18T12:13:41.095" v="4370"/>
            <ac:grpSpMkLst>
              <pc:docMk/>
              <pc:sldMasterMk cId="2332470846" sldId="2147483688"/>
              <pc:sldLayoutMk cId="547763840" sldId="2147483700"/>
              <ac:grpSpMk id="3" creationId="{04AE0D70-907B-3703-2323-C79CF2F10F8E}"/>
            </ac:grpSpMkLst>
          </pc:grpChg>
          <pc:picChg chg="mod">
            <ac:chgData name="Pavanesh Dwivedi" userId="0aba1e5b-3529-45b6-8dcd-24bafd5b55e8" providerId="ADAL" clId="{FE92DF28-62D6-4262-A57C-BE4F69ABB6CE}" dt="2026-03-18T12:13:41.095" v="4370"/>
            <ac:picMkLst>
              <pc:docMk/>
              <pc:sldMasterMk cId="2332470846" sldId="2147483688"/>
              <pc:sldLayoutMk cId="547763840" sldId="2147483700"/>
              <ac:picMk id="4" creationId="{27082C57-DE77-9C56-4132-AA54A52C1740}"/>
            </ac:picMkLst>
          </pc:picChg>
          <pc:picChg chg="mod">
            <ac:chgData name="Pavanesh Dwivedi" userId="0aba1e5b-3529-45b6-8dcd-24bafd5b55e8" providerId="ADAL" clId="{FE92DF28-62D6-4262-A57C-BE4F69ABB6CE}" dt="2026-03-18T12:13:41.095" v="4370"/>
            <ac:picMkLst>
              <pc:docMk/>
              <pc:sldMasterMk cId="2332470846" sldId="2147483688"/>
              <pc:sldLayoutMk cId="547763840" sldId="2147483700"/>
              <ac:picMk id="5" creationId="{2192E1C5-BB05-5A24-6A37-3A4B153DF1DF}"/>
            </ac:picMkLst>
          </pc:picChg>
          <pc:cxnChg chg="mod">
            <ac:chgData name="Pavanesh Dwivedi" userId="0aba1e5b-3529-45b6-8dcd-24bafd5b55e8" providerId="ADAL" clId="{FE92DF28-62D6-4262-A57C-BE4F69ABB6CE}" dt="2026-03-18T12:13:41.095" v="4370"/>
            <ac:cxnSpMkLst>
              <pc:docMk/>
              <pc:sldMasterMk cId="2332470846" sldId="2147483688"/>
              <pc:sldLayoutMk cId="547763840" sldId="2147483700"/>
              <ac:cxnSpMk id="6" creationId="{D0256D1D-C8C2-31C4-380D-3144958D1B83}"/>
            </ac:cxnSpMkLst>
          </pc:cxnChg>
          <pc:cxnChg chg="mod">
            <ac:chgData name="Pavanesh Dwivedi" userId="0aba1e5b-3529-45b6-8dcd-24bafd5b55e8" providerId="ADAL" clId="{FE92DF28-62D6-4262-A57C-BE4F69ABB6CE}" dt="2026-03-18T12:13:41.095" v="4370"/>
            <ac:cxnSpMkLst>
              <pc:docMk/>
              <pc:sldMasterMk cId="2332470846" sldId="2147483688"/>
              <pc:sldLayoutMk cId="547763840" sldId="2147483700"/>
              <ac:cxnSpMk id="7" creationId="{47326183-524C-1469-8257-A27DE7AB90D2}"/>
            </ac:cxnSpMkLst>
          </pc:cxn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2E-4DF4-A50B-5A4BC0EAC41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2E-4DF4-A50B-5A4BC0EAC415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2E-4DF4-A50B-5A4BC0EAC415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</c:v>
                </c:pt>
                <c:pt idx="1">
                  <c:v>0.35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2E-4DF4-A50B-5A4BC0EAC4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C6DF5-3310-4747-891A-8BD1D044B9DA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2B85F-2348-4308-95F6-6AA8E253E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0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E1034EEB-E7AF-401B-AB32-C936275F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640267D9-1A33-0818-2B43-90DB46A7A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CE39A91F-EEA6-BF91-3C10-2B7EE878D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5034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3A088BE4-35CF-4564-3A35-586C2AE8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8AD8ADA5-B167-1E73-1E5B-B2A0AF25B3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9D6D8086-FE3A-0E73-64EA-8851C657C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1741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CAEB3F49-FB47-D380-3FA0-FBA26151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B658B836-2855-7F7A-0A21-D1877FF55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1E900085-6845-277F-B145-1A9D561D9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659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61AD11C6-F4B4-D31A-F872-453A9E01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275AD665-8BCE-32EF-3AF7-8BA93AD0A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49877DDE-FA02-4968-61FC-F529D406A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9266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92607059-871A-147C-D5AD-38AD29B1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0946D8BA-B73F-50AC-5CC7-A1ED93163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C965302C-5C95-9D01-AE60-43CBB01E5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8154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0594C631-D8EE-8B37-703A-7CDC48F0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5B4A1758-EA3A-C6AF-79ED-F702A03BF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D0731B6C-D0D8-D431-0288-FC7D34626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5606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F2CE0A1-C6D6-1EC0-71D9-2C90163A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>
            <a:extLst>
              <a:ext uri="{FF2B5EF4-FFF2-40B4-BE49-F238E27FC236}">
                <a16:creationId xmlns:a16="http://schemas.microsoft.com/office/drawing/2014/main" id="{EE9CF48B-D468-3956-A149-E3B2EBEA7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:notes">
            <a:extLst>
              <a:ext uri="{FF2B5EF4-FFF2-40B4-BE49-F238E27FC236}">
                <a16:creationId xmlns:a16="http://schemas.microsoft.com/office/drawing/2014/main" id="{418C8554-17FF-2050-B7D0-017B66414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730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/>
        </p:nvSpPr>
        <p:spPr>
          <a:xfrm>
            <a:off x="393292" y="6503363"/>
            <a:ext cx="762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341298" y="199404"/>
            <a:ext cx="11407790" cy="42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/>
          <p:nvPr/>
        </p:nvSpPr>
        <p:spPr>
          <a:xfrm>
            <a:off x="3446860" y="6531062"/>
            <a:ext cx="5298281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t> All rights reserved. This document is proprietary and confidential.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2"/>
          </p:nvPr>
        </p:nvSpPr>
        <p:spPr>
          <a:xfrm>
            <a:off x="344740" y="751703"/>
            <a:ext cx="11404348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FDF"/>
              </a:buClr>
              <a:buSzPts val="1800"/>
              <a:buFont typeface="Arial"/>
              <a:buNone/>
              <a:defRPr sz="1600" b="1" i="0" u="none" strike="noStrike" cap="none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3"/>
          </p:nvPr>
        </p:nvSpPr>
        <p:spPr>
          <a:xfrm>
            <a:off x="341313" y="1238250"/>
            <a:ext cx="11407775" cy="484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A5A5A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6178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93292" y="6503363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FA878D66-4994-4E3C-95EE-D671EA77144D}" type="slidenum">
              <a:rPr lang="en-IN" sz="900" b="0" i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pPr algn="l"/>
              <a:t>‹#›</a:t>
            </a:fld>
            <a:endParaRPr lang="en-IN" sz="1100" b="0" i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4754E-06B6-DF45-B724-6D10725254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1298" y="199404"/>
            <a:ext cx="1140779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b="1" dirty="0" smtClean="0">
                <a:solidFill>
                  <a:srgbClr val="28418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BEF264F-6047-A542-B6D1-CEB4D21FD9AE}"/>
              </a:ext>
            </a:extLst>
          </p:cNvPr>
          <p:cNvSpPr txBox="1">
            <a:spLocks/>
          </p:cNvSpPr>
          <p:nvPr userDrawn="1"/>
        </p:nvSpPr>
        <p:spPr>
          <a:xfrm>
            <a:off x="3446860" y="6531062"/>
            <a:ext cx="5298281" cy="20313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800">
                <a:solidFill>
                  <a:schemeClr val="tx1"/>
                </a:solidFill>
                <a:latin typeface="Trebuchet MS" panose="020B0703020202090204" pitchFamily="34" charset="0"/>
                <a:ea typeface="Helvetica" charset="0"/>
                <a:cs typeface="Helvetica" charset="0"/>
              </a:rPr>
              <a:t> All rights reserved. This document is proprietary and confidential.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791F8EAB-1DDD-FA41-BDA2-8653A1CEEB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1313" y="751704"/>
            <a:ext cx="11407775" cy="5336360"/>
          </a:xfrm>
          <a:prstGeom prst="rect">
            <a:avLst/>
          </a:prstGeom>
        </p:spPr>
        <p:txBody>
          <a:bodyPr/>
          <a:lstStyle>
            <a:lvl1pPr marL="11112" indent="0">
              <a:buFont typeface="Arial" panose="020B0604020202020204" pitchFamily="34" charset="0"/>
              <a:buNone/>
              <a:tabLst/>
              <a:defRPr sz="1800">
                <a:solidFill>
                  <a:srgbClr val="5A5A5A"/>
                </a:solidFill>
              </a:defRPr>
            </a:lvl1pPr>
            <a:lvl2pPr>
              <a:defRPr sz="1600">
                <a:solidFill>
                  <a:srgbClr val="5A5A5A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400">
                <a:solidFill>
                  <a:srgbClr val="5A5A5A"/>
                </a:solidFill>
              </a:defRPr>
            </a:lvl3pPr>
            <a:lvl4pPr marL="1600200" indent="-228600">
              <a:buFont typeface="Wingdings" pitchFamily="2" charset="2"/>
              <a:buChar char="§"/>
              <a:defRPr sz="1200">
                <a:solidFill>
                  <a:srgbClr val="5A5A5A"/>
                </a:solidFill>
              </a:defRPr>
            </a:lvl4pPr>
            <a:lvl5pPr marL="1828800" indent="0">
              <a:buNone/>
              <a:defRPr sz="1400">
                <a:solidFill>
                  <a:srgbClr val="5A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816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93292" y="6503363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FA878D66-4994-4E3C-95EE-D671EA77144D}" type="slidenum">
              <a:rPr lang="en-IN" sz="900" b="0" i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pPr algn="l"/>
              <a:t>‹#›</a:t>
            </a:fld>
            <a:endParaRPr lang="en-IN" sz="1100" b="0" i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4754E-06B6-DF45-B724-6D10725254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1298" y="199404"/>
            <a:ext cx="1140779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b="1" dirty="0" smtClean="0">
                <a:solidFill>
                  <a:srgbClr val="28418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BEF264F-6047-A542-B6D1-CEB4D21FD9AE}"/>
              </a:ext>
            </a:extLst>
          </p:cNvPr>
          <p:cNvSpPr txBox="1">
            <a:spLocks/>
          </p:cNvSpPr>
          <p:nvPr userDrawn="1"/>
        </p:nvSpPr>
        <p:spPr>
          <a:xfrm>
            <a:off x="3446860" y="6531062"/>
            <a:ext cx="5298281" cy="20313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800">
                <a:solidFill>
                  <a:schemeClr val="tx1"/>
                </a:solidFill>
                <a:latin typeface="Trebuchet MS" panose="020B0703020202090204" pitchFamily="34" charset="0"/>
                <a:ea typeface="Helvetica" charset="0"/>
                <a:cs typeface="Helvetica" charset="0"/>
              </a:rPr>
              <a:t> All rights reserved. This document is proprietary and confidential.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ADAD32-0C29-E44F-8D49-337F6008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4740" y="751703"/>
            <a:ext cx="1140434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b="1" dirty="0" smtClean="0">
                <a:solidFill>
                  <a:srgbClr val="00BFDF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552A6-C35D-7D4F-8D23-8B8D7DF318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1313" y="1238250"/>
            <a:ext cx="11407775" cy="4849813"/>
          </a:xfrm>
          <a:prstGeom prst="rect">
            <a:avLst/>
          </a:prstGeom>
        </p:spPr>
        <p:txBody>
          <a:bodyPr/>
          <a:lstStyle>
            <a:lvl1pPr marL="314325" indent="-303213">
              <a:buFontTx/>
              <a:buBlip>
                <a:blip r:embed="rId2"/>
              </a:buBlip>
              <a:tabLst/>
              <a:defRPr sz="2000">
                <a:solidFill>
                  <a:srgbClr val="5A5A5A"/>
                </a:solidFill>
              </a:defRPr>
            </a:lvl1pPr>
            <a:lvl2pPr>
              <a:defRPr sz="1800">
                <a:solidFill>
                  <a:srgbClr val="5A5A5A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600">
                <a:solidFill>
                  <a:srgbClr val="5A5A5A"/>
                </a:solidFill>
              </a:defRPr>
            </a:lvl3pPr>
            <a:lvl4pPr marL="1600200" indent="-228600">
              <a:buFont typeface="Wingdings" pitchFamily="2" charset="2"/>
              <a:buChar char="§"/>
              <a:defRPr sz="1400">
                <a:solidFill>
                  <a:srgbClr val="5A5A5A"/>
                </a:solidFill>
              </a:defRPr>
            </a:lvl4pPr>
            <a:lvl5pPr marL="1828800" indent="0">
              <a:buNone/>
              <a:defRPr sz="1400">
                <a:solidFill>
                  <a:srgbClr val="5A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4113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93292" y="6503363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FA878D66-4994-4E3C-95EE-D671EA77144D}" type="slidenum">
              <a:rPr lang="en-IN" sz="900" b="0" i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pPr algn="l"/>
              <a:t>‹#›</a:t>
            </a:fld>
            <a:endParaRPr lang="en-IN" sz="1100" b="0" i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4754E-06B6-DF45-B724-6D10725254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1298" y="199404"/>
            <a:ext cx="1140779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b="1" dirty="0" smtClean="0">
                <a:solidFill>
                  <a:srgbClr val="28418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BEF264F-6047-A542-B6D1-CEB4D21FD9AE}"/>
              </a:ext>
            </a:extLst>
          </p:cNvPr>
          <p:cNvSpPr txBox="1">
            <a:spLocks/>
          </p:cNvSpPr>
          <p:nvPr userDrawn="1"/>
        </p:nvSpPr>
        <p:spPr>
          <a:xfrm>
            <a:off x="3446860" y="6531062"/>
            <a:ext cx="5298281" cy="20313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800">
                <a:solidFill>
                  <a:schemeClr val="tx1"/>
                </a:solidFill>
                <a:latin typeface="Trebuchet MS" panose="020B0703020202090204" pitchFamily="34" charset="0"/>
                <a:ea typeface="Helvetica" charset="0"/>
                <a:cs typeface="Helvetica" charset="0"/>
              </a:rPr>
              <a:t> All rights reserved. This document is proprietary and confidential.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552A6-C35D-7D4F-8D23-8B8D7DF318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1313" y="751704"/>
            <a:ext cx="11407775" cy="5336360"/>
          </a:xfrm>
          <a:prstGeom prst="rect">
            <a:avLst/>
          </a:prstGeom>
        </p:spPr>
        <p:txBody>
          <a:bodyPr/>
          <a:lstStyle>
            <a:lvl1pPr marL="314325" indent="-303213">
              <a:buFontTx/>
              <a:buBlip>
                <a:blip r:embed="rId2"/>
              </a:buBlip>
              <a:tabLst/>
              <a:defRPr sz="2000">
                <a:solidFill>
                  <a:srgbClr val="5A5A5A"/>
                </a:solidFill>
              </a:defRPr>
            </a:lvl1pPr>
            <a:lvl2pPr>
              <a:defRPr sz="1800">
                <a:solidFill>
                  <a:srgbClr val="5A5A5A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600">
                <a:solidFill>
                  <a:srgbClr val="5A5A5A"/>
                </a:solidFill>
              </a:defRPr>
            </a:lvl3pPr>
            <a:lvl4pPr marL="1600200" indent="-228600">
              <a:buFont typeface="Wingdings" pitchFamily="2" charset="2"/>
              <a:buChar char="§"/>
              <a:defRPr sz="1400">
                <a:solidFill>
                  <a:srgbClr val="5A5A5A"/>
                </a:solidFill>
              </a:defRPr>
            </a:lvl4pPr>
            <a:lvl5pPr marL="1828800" indent="0">
              <a:buNone/>
              <a:defRPr sz="1400">
                <a:solidFill>
                  <a:srgbClr val="5A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44609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93292" y="6503363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FA878D66-4994-4E3C-95EE-D671EA77144D}" type="slidenum">
              <a:rPr lang="en-IN" sz="900" b="0" i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pPr algn="l"/>
              <a:t>‹#›</a:t>
            </a:fld>
            <a:endParaRPr lang="en-IN" sz="1100" b="0" i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4754E-06B6-DF45-B724-6D10725254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1298" y="199404"/>
            <a:ext cx="1140779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b="1" dirty="0" smtClean="0">
                <a:solidFill>
                  <a:srgbClr val="28418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BEF264F-6047-A542-B6D1-CEB4D21FD9AE}"/>
              </a:ext>
            </a:extLst>
          </p:cNvPr>
          <p:cNvSpPr txBox="1">
            <a:spLocks/>
          </p:cNvSpPr>
          <p:nvPr userDrawn="1"/>
        </p:nvSpPr>
        <p:spPr>
          <a:xfrm>
            <a:off x="3446860" y="6531062"/>
            <a:ext cx="5298281" cy="20313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800">
                <a:solidFill>
                  <a:schemeClr val="tx1"/>
                </a:solidFill>
                <a:latin typeface="Trebuchet MS" panose="020B0703020202090204" pitchFamily="34" charset="0"/>
                <a:ea typeface="Helvetica" charset="0"/>
                <a:cs typeface="Helvetica" charset="0"/>
              </a:rPr>
              <a:t> All rights reserved. This document is proprietary and confidential.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ADAD32-0C29-E44F-8D49-337F6008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4740" y="751703"/>
            <a:ext cx="1140434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b="1" dirty="0" smtClean="0">
                <a:solidFill>
                  <a:srgbClr val="00BFDF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552A6-C35D-7D4F-8D23-8B8D7DF318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1313" y="1238250"/>
            <a:ext cx="11407775" cy="4849813"/>
          </a:xfrm>
          <a:prstGeom prst="rect">
            <a:avLst/>
          </a:prstGeom>
        </p:spPr>
        <p:txBody>
          <a:bodyPr/>
          <a:lstStyle>
            <a:lvl1pPr marL="11112" indent="0">
              <a:buFont typeface="Arial" panose="020B0604020202020204" pitchFamily="34" charset="0"/>
              <a:buNone/>
              <a:tabLst/>
              <a:defRPr sz="1800">
                <a:solidFill>
                  <a:srgbClr val="5A5A5A"/>
                </a:solidFill>
              </a:defRPr>
            </a:lvl1pPr>
            <a:lvl2pPr>
              <a:defRPr sz="1600">
                <a:solidFill>
                  <a:srgbClr val="5A5A5A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400">
                <a:solidFill>
                  <a:srgbClr val="5A5A5A"/>
                </a:solidFill>
              </a:defRPr>
            </a:lvl3pPr>
            <a:lvl4pPr marL="1600200" indent="-228600">
              <a:buFont typeface="Wingdings" pitchFamily="2" charset="2"/>
              <a:buChar char="§"/>
              <a:defRPr sz="1200">
                <a:solidFill>
                  <a:srgbClr val="5A5A5A"/>
                </a:solidFill>
              </a:defRPr>
            </a:lvl4pPr>
            <a:lvl5pPr marL="1828800" indent="0">
              <a:buNone/>
              <a:defRPr sz="1400">
                <a:solidFill>
                  <a:srgbClr val="5A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7940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29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2000" y="4804229"/>
            <a:ext cx="5971714" cy="54177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lang="en-US" sz="3600" b="1" kern="1200" dirty="0">
                <a:solidFill>
                  <a:srgbClr val="284181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42000" y="5346000"/>
            <a:ext cx="5971714" cy="4171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rgbClr val="5A5A5A"/>
                </a:solidFill>
                <a:latin typeface="Trebuchet MS" charset="0"/>
                <a:ea typeface="Trebuchet MS" charset="0"/>
                <a:cs typeface="Trebuchet M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C343D4B-46FE-5E4E-96D9-09E19E7FB946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41313" y="5776682"/>
            <a:ext cx="5972175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solidFill>
                  <a:srgbClr val="00BFDF"/>
                </a:solidFill>
                <a:latin typeface="Trebuchet MS" charset="0"/>
                <a:ea typeface="Trebuchet MS" charset="0"/>
                <a:cs typeface="Trebuchet MS" charset="0"/>
              </a:defRPr>
            </a:lvl1pPr>
          </a:lstStyle>
          <a:p>
            <a:pPr marL="0" lvl="0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865925-55C2-D646-A300-3028F062C1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92973" y="0"/>
            <a:ext cx="10111220" cy="6484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13E02-751C-0B4D-9C70-843AA2C85D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93" y="0"/>
            <a:ext cx="12179300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0225825" y="5531329"/>
            <a:ext cx="1854558" cy="1062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28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21E5-E8ED-4F9F-872C-ED7985895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BFCD0-8159-40D9-8C88-865448A5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4E3E2-6BEA-4809-8EE5-A4E8D572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518AC-82EE-41CF-821F-BEEEFDBF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3283E-052C-456F-A822-84D3DEFF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3F47-BC44-4A2B-8490-614F57C0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72EC2-7564-4B44-98CB-46AB98613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EB41-99D3-4C9E-94CB-9B080BC2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730C5-C93B-43BA-B587-CB3C101E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9FA78-3207-4C59-9BC1-661B564F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4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42AF-88CF-4751-950D-21785EA6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A62AB-636E-4053-8F00-1A03A080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B975-EC20-4946-B94E-79D7B4097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A885F-D877-4354-B06B-88A2595D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31611-0E1B-48E7-B4FF-8A06FCBC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4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7869-2522-4A95-968A-5EB4F535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8614-9903-46A6-B3C0-92F99EC40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A50D4-8B3F-4DA4-BB75-0CDB0E2CE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58B2E-2FDE-4743-B795-6E4BF106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C6EB0-2ADE-4E1D-BAEF-0C3C1E67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CAECB-A7F2-48E9-B372-0FF8B995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784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6775-8C80-4F41-838C-D3398368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99AFD-2BEC-43BB-9819-64FF49D6F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7440D-0B8C-4C01-8C62-91D9049C9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9B80E-DEA1-4C4D-A72B-E944735A3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32074F-874F-4FA2-A644-6D1A71833E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32372-44EC-4F70-A5A1-F7E06603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AF18D-EA5F-4D29-8BAF-DDEB3FA4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38D4F-27BE-45C5-9B82-96BCE166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42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EB4D-BB31-4B4C-B886-61FE8930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101F5-EC60-4AFE-A8BA-DAC1261E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E25CD-EB40-47F9-AA88-D43B8CD4D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B8D09-37B9-4F83-8A0A-1C43171F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094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9BD2C-DAF5-4479-83CD-066F5E69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0DE81-6848-4737-85AD-E552231A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AB380-38CA-4186-A1B5-B7D5A2E5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755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0F67-6D34-40D5-9ADD-C36B529BB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9500-FECF-4131-839E-F2700BD7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23AC-6BCD-4064-A275-D7C507132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134EF-573D-4959-BD88-2BA400AA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E581C-EADA-45C7-B3CD-ED5BB10B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1AC9F-B908-4867-A768-59D91228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27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5D50-0532-4C2B-A5EC-0E4E29A7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E801C-9CA9-4382-97B9-FB4C179E7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DAF4B-4C29-4179-9369-CCD7EC405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5DC57-E2F0-4AE4-A218-3A5528C1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272A6-026F-4B89-8344-FF1032B9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A2F6E-43A3-4BF8-A2BF-3EB5ED0A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97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5116-485E-471D-9407-DD38A8A3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F8505-356C-4EF7-B59E-2ADD6A25A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B932F-6740-481C-ADC4-EC174CCC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5F89C-905F-4EFD-BC9F-7F32B494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3D162-397C-41CD-9B20-568DFF8D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901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E1065-350A-4D8E-B320-AB7C1D21E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25B8A-F2A1-4605-8D78-F2E9CC584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980B0-23EB-4E62-A88D-E525254D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96148-FDFF-48F5-B9E0-278AE2D9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ACDE7-05E7-4815-BBAA-13C918B2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08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2" userDrawn="1">
  <p:cSld name="Cover_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7"/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093"/>
            <a:ext cx="12197224" cy="68680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7"/>
          <p:cNvSpPr txBox="1">
            <a:spLocks noGrp="1"/>
          </p:cNvSpPr>
          <p:nvPr>
            <p:ph type="ctrTitle"/>
          </p:nvPr>
        </p:nvSpPr>
        <p:spPr>
          <a:xfrm>
            <a:off x="342000" y="4804229"/>
            <a:ext cx="5971714" cy="54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ubTitle" idx="1"/>
          </p:nvPr>
        </p:nvSpPr>
        <p:spPr>
          <a:xfrm>
            <a:off x="342000" y="5346000"/>
            <a:ext cx="5971714" cy="4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body" idx="2"/>
          </p:nvPr>
        </p:nvSpPr>
        <p:spPr>
          <a:xfrm>
            <a:off x="341313" y="5776682"/>
            <a:ext cx="5972175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FD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AE0D70-907B-3703-2323-C79CF2F10F8E}"/>
              </a:ext>
            </a:extLst>
          </p:cNvPr>
          <p:cNvGrpSpPr/>
          <p:nvPr userDrawn="1"/>
        </p:nvGrpSpPr>
        <p:grpSpPr>
          <a:xfrm>
            <a:off x="6786430" y="5517397"/>
            <a:ext cx="3476258" cy="831800"/>
            <a:chOff x="6786430" y="5517397"/>
            <a:chExt cx="3476258" cy="8318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082C57-DE77-9C56-4132-AA54A52C1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786430" y="5813955"/>
              <a:ext cx="1897212" cy="53524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92E1C5-BB05-5A24-6A37-3A4B153DF1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9105862" y="5558922"/>
              <a:ext cx="945716" cy="786316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0256D1D-C8C2-31C4-380D-3144958D1B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262688" y="5517397"/>
              <a:ext cx="0" cy="827841"/>
            </a:xfrm>
            <a:prstGeom prst="line">
              <a:avLst/>
            </a:prstGeom>
            <a:ln>
              <a:solidFill>
                <a:srgbClr val="D1D3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326183-524C-1469-8257-A27DE7AB90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94752" y="5517397"/>
              <a:ext cx="0" cy="827841"/>
            </a:xfrm>
            <a:prstGeom prst="line">
              <a:avLst/>
            </a:prstGeom>
            <a:ln>
              <a:solidFill>
                <a:srgbClr val="D1D3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7763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546B-5EDB-033D-10FB-244A32C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DF82D-C6C7-50B4-EF1E-9D8A27879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6DC8-C447-CE59-A0EC-BE1BCDF5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B8ABE-FC3F-D174-AB9A-0DD3FE66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90555-F331-EE53-C8CA-56300246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217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B231-7085-B5C6-FFE5-31A3BCB8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372C-022A-0754-B3B3-473695025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8C7A7-5E16-C5CD-463C-51C738BA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4D33A-0A56-FD49-0335-D92E6F24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E1F5-52B6-B547-E941-ABA909FA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479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DB9D-B562-610E-AD75-32A75775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FF252-FE50-3EE1-2F6E-051562D8B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DBA4D-FD83-185C-B64B-94286544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D69DA-91D6-85AC-2A99-EE58FEA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C83F4-C02F-76D3-85BC-69AC1F16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813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0238-FEF1-D5A8-EE70-BEAE11EA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5F23-A6FE-87CF-42CD-65C3B81E2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CFD82-798B-3946-32D4-A22F563BC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A040A-E856-8DEE-4D34-BD3775D8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3981F-0755-5DA9-837A-90D07DB1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9EBFA-149B-2E87-0D0E-ECED50D8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6008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25E3C-955C-6FCF-FBF1-1B06B465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8443D-40EE-6AB7-B7DB-22BC9F701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A7602-E327-5828-76CA-13D0ED589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DD4D2-12AD-4E85-DBEB-12A12F951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E11DB-6608-A9BA-D437-16EB50EDE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74A30-45B0-9593-1230-F4560780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22D0F-CCF3-69EA-1EBA-8920495A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FA11E0-A9E2-4C46-D7F2-E130632B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5821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7B37-6044-C515-481C-D2274B42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4044B-572A-DA5E-62C1-B1BCF6D2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B6FEE-8700-3C74-EBB7-DBEC2537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34B5B-EE4D-6912-8D6E-3CEFED17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820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57E0B-2999-45F5-0F2C-B6BDE1CC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56490-03E4-2DB5-26F6-83551F9E5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7EE79-38A3-0B4F-7FD9-2E950C27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019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D119-2192-06DF-9438-FFF04822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7683E-D68A-8A1E-F23A-5B953AA8E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DD7CA-F1F7-8078-4BF2-B56F4E574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D2C8A-6592-CA93-58B5-C11D4508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B8482-8999-7AC3-D06E-46019C6D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D8798-C06E-5FF6-D193-01B28982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37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CE0-F8F5-731A-A8BB-814FA42C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7393B-05ED-09DF-4BB9-155D24AC4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319FB-5DAA-8DDC-6442-80230BAEE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BC720-80E7-22D1-1EC6-A80353D7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EEDA2-41FB-1EFA-7A5B-35FBCA73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FFF69-8F45-6632-9DE4-CFE65254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8670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2AD7-82A2-FCBD-22A1-998657F5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C54D0-16AC-2DEB-FB1E-4062713F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C3235-514D-64AF-1B7B-A06C0DB1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6FE70-AAD2-1C55-62B6-8ADBEC0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D0DC9-AABF-30AF-2100-E30DCC2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2109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2E434-3E4D-1F96-A601-7CC3C9779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DA0B-45FD-8F0D-93E5-BA0E9806F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B6201-EF6E-E021-86CF-65906B91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D7000-F8F9-49DA-0AA4-B258EA79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F9AA-C4F2-6A92-4BC8-53AFDF60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31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heme" Target="../theme/theme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B428400-118F-4F01-AC58-1EFD7719A1CB}"/>
              </a:ext>
            </a:extLst>
          </p:cNvPr>
          <p:cNvGrpSpPr/>
          <p:nvPr userDrawn="1"/>
        </p:nvGrpSpPr>
        <p:grpSpPr>
          <a:xfrm>
            <a:off x="442913" y="6386745"/>
            <a:ext cx="11268000" cy="1"/>
            <a:chOff x="442913" y="6386745"/>
            <a:chExt cx="8478762" cy="1"/>
          </a:xfrm>
        </p:grpSpPr>
        <p:cxnSp>
          <p:nvCxnSpPr>
            <p:cNvPr id="7" name="Google Shape;25;p19">
              <a:extLst>
                <a:ext uri="{FF2B5EF4-FFF2-40B4-BE49-F238E27FC236}">
                  <a16:creationId xmlns:a16="http://schemas.microsoft.com/office/drawing/2014/main" id="{93113E23-FC88-4867-923F-2E3BDFC81520}"/>
                </a:ext>
              </a:extLst>
            </p:cNvPr>
            <p:cNvCxnSpPr>
              <a:cxnSpLocks/>
            </p:cNvCxnSpPr>
            <p:nvPr/>
          </p:nvCxnSpPr>
          <p:spPr>
            <a:xfrm>
              <a:off x="442913" y="6386746"/>
              <a:ext cx="5936140" cy="0"/>
            </a:xfrm>
            <a:prstGeom prst="straightConnector1">
              <a:avLst/>
            </a:prstGeom>
            <a:noFill/>
            <a:ln w="9525" cap="flat" cmpd="sng">
              <a:solidFill>
                <a:srgbClr val="28418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26;p19">
              <a:extLst>
                <a:ext uri="{FF2B5EF4-FFF2-40B4-BE49-F238E27FC236}">
                  <a16:creationId xmlns:a16="http://schemas.microsoft.com/office/drawing/2014/main" id="{E65EB897-AA6D-4FFE-B44F-C58C2BA55362}"/>
                </a:ext>
              </a:extLst>
            </p:cNvPr>
            <p:cNvCxnSpPr>
              <a:cxnSpLocks/>
            </p:cNvCxnSpPr>
            <p:nvPr/>
          </p:nvCxnSpPr>
          <p:spPr>
            <a:xfrm>
              <a:off x="6478625" y="6386745"/>
              <a:ext cx="2443050" cy="0"/>
            </a:xfrm>
            <a:prstGeom prst="straightConnector1">
              <a:avLst/>
            </a:prstGeom>
            <a:noFill/>
            <a:ln w="9525" cap="flat" cmpd="sng">
              <a:solidFill>
                <a:srgbClr val="00BFD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4885746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457200" y="6386745"/>
            <a:ext cx="10380056" cy="2"/>
            <a:chOff x="457200" y="800100"/>
            <a:chExt cx="10380056" cy="2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457200" y="800101"/>
              <a:ext cx="8010939" cy="0"/>
            </a:xfrm>
            <a:prstGeom prst="line">
              <a:avLst/>
            </a:prstGeom>
            <a:ln>
              <a:solidFill>
                <a:srgbClr val="284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8605256" y="800100"/>
              <a:ext cx="2232000" cy="2"/>
            </a:xfrm>
            <a:prstGeom prst="line">
              <a:avLst/>
            </a:prstGeom>
            <a:ln>
              <a:solidFill>
                <a:srgbClr val="00BF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708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6421C6-7C4C-456C-AFE4-EEED62D6C1C7}"/>
              </a:ext>
            </a:extLst>
          </p:cNvPr>
          <p:cNvGrpSpPr/>
          <p:nvPr userDrawn="1"/>
        </p:nvGrpSpPr>
        <p:grpSpPr>
          <a:xfrm>
            <a:off x="2239596" y="2788717"/>
            <a:ext cx="7712808" cy="1280566"/>
            <a:chOff x="6786430" y="5517397"/>
            <a:chExt cx="5115903" cy="84939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739DB0C-7856-44EA-9CF1-96ABF4F1A6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473799" y="5558922"/>
              <a:ext cx="1428534" cy="80787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1FD4E3C-14F2-4803-B606-F5E149D1CD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786430" y="5813955"/>
              <a:ext cx="1897212" cy="53524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3A7ADE6-8B64-42DC-9997-5A315A954C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9105862" y="5558922"/>
              <a:ext cx="945716" cy="786316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FB47AD-2E13-4BA5-A1B1-DD9D152A01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262688" y="5517397"/>
              <a:ext cx="0" cy="827841"/>
            </a:xfrm>
            <a:prstGeom prst="line">
              <a:avLst/>
            </a:prstGeom>
            <a:ln>
              <a:solidFill>
                <a:srgbClr val="D1D3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88ACE74-AAC4-4713-8A01-F956E3BC8D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94752" y="5517397"/>
              <a:ext cx="0" cy="827841"/>
            </a:xfrm>
            <a:prstGeom prst="line">
              <a:avLst/>
            </a:prstGeom>
            <a:ln>
              <a:solidFill>
                <a:srgbClr val="D1D3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47918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6E5EE-095E-447D-B4A5-A40ABD13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5F20E-42D3-4D3B-8C4C-E2B8C2518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E5665-7A4D-45AB-88EB-C706A51B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4B9A7-F988-427A-8555-8CAD56443B04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544D8-C712-40AA-A92D-72D0332EE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77C4-7F76-48B4-B148-2CBE083F6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3A845-D06D-4E62-836A-681DC0568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47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EECB1E-302A-E163-A2BE-E114F412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E9F2B-5262-E105-3F12-5D60F880B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F9572-441E-030A-63BC-CAC8AFF90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78F38-5CF6-437D-854A-A4395CB08A2E}" type="datetimeFigureOut">
              <a:rPr lang="en-IN" smtClean="0"/>
              <a:t>30/03/26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7803C-6CB6-E050-499D-9E99BA4C0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17BC7-3B8C-D262-A66C-68536D1FF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D8908-E587-442C-85FC-452236B40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64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"/>
          <p:cNvSpPr txBox="1">
            <a:spLocks noGrp="1"/>
          </p:cNvSpPr>
          <p:nvPr>
            <p:ph type="ctrTitle"/>
          </p:nvPr>
        </p:nvSpPr>
        <p:spPr>
          <a:xfrm>
            <a:off x="531929" y="4572000"/>
            <a:ext cx="5564071" cy="87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Trebuchet MS"/>
              <a:buNone/>
            </a:pPr>
            <a:r>
              <a:rPr lang="en-US" sz="2800" i="1"/>
              <a:t>Team Name</a:t>
            </a:r>
            <a:endParaRPr sz="2800" b="0" i="1"/>
          </a:p>
        </p:txBody>
      </p:sp>
      <p:sp>
        <p:nvSpPr>
          <p:cNvPr id="2" name="Google Shape;172;p1">
            <a:extLst>
              <a:ext uri="{FF2B5EF4-FFF2-40B4-BE49-F238E27FC236}">
                <a16:creationId xmlns:a16="http://schemas.microsoft.com/office/drawing/2014/main" id="{5F552B1F-FD04-3BF1-4FFA-38880596758A}"/>
              </a:ext>
            </a:extLst>
          </p:cNvPr>
          <p:cNvSpPr txBox="1">
            <a:spLocks/>
          </p:cNvSpPr>
          <p:nvPr/>
        </p:nvSpPr>
        <p:spPr>
          <a:xfrm>
            <a:off x="531929" y="5444191"/>
            <a:ext cx="5564071" cy="5867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 fontScale="92500"/>
          </a:bodyPr>
          <a:lstStyle>
            <a:lvl1pPr marR="0"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1" i="0" u="none" strike="noStrike" kern="1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buSzPts val="3240"/>
            </a:pPr>
            <a:r>
              <a:rPr lang="en-US" sz="2800" b="0"/>
              <a:t>Africa Digital ID Hackathon use case</a:t>
            </a:r>
          </a:p>
        </p:txBody>
      </p:sp>
      <p:sp>
        <p:nvSpPr>
          <p:cNvPr id="3" name="Google Shape;373;p7">
            <a:extLst>
              <a:ext uri="{FF2B5EF4-FFF2-40B4-BE49-F238E27FC236}">
                <a16:creationId xmlns:a16="http://schemas.microsoft.com/office/drawing/2014/main" id="{68956293-4633-7FEE-D92C-83466DA7D7B4}"/>
              </a:ext>
            </a:extLst>
          </p:cNvPr>
          <p:cNvSpPr/>
          <p:nvPr/>
        </p:nvSpPr>
        <p:spPr>
          <a:xfrm>
            <a:off x="6535652" y="1679319"/>
            <a:ext cx="36599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36000" bIns="45700" anchor="t" anchorCtr="0">
            <a:spAutoFit/>
          </a:bodyPr>
          <a:lstStyle/>
          <a:p>
            <a:pPr marL="11112"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tabLst/>
              <a:defRPr/>
            </a:pPr>
            <a:r>
              <a:rPr kumimoji="0" 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 title image will appear here. </a:t>
            </a:r>
          </a:p>
          <a:p>
            <a:pPr marL="11112"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tabLst/>
              <a:defRPr/>
            </a:pPr>
            <a:r>
              <a:rPr kumimoji="0" 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Don’t worry about this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40AE3397-D615-36BE-C824-6EF0CC11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F29A150-4830-2C44-E6D1-250DA0AA5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US" sz="2000"/>
              <a:t>Team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4AA7D-6B97-A335-0E2A-635AE2506377}"/>
              </a:ext>
            </a:extLst>
          </p:cNvPr>
          <p:cNvSpPr txBox="1"/>
          <p:nvPr/>
        </p:nvSpPr>
        <p:spPr>
          <a:xfrm>
            <a:off x="1871951" y="1097675"/>
            <a:ext cx="918134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Trebuchet MS" panose="020B0603020202020204" pitchFamily="34" charset="0"/>
              </a:rPr>
              <a:t>Country name | Team</a:t>
            </a:r>
            <a:r>
              <a:rPr lang="en-US" sz="1800" b="1" dirty="0">
                <a:latin typeface="Trebuchet MS" panose="020B0603020202020204" pitchFamily="34" charset="0"/>
              </a:rPr>
              <a:t> </a:t>
            </a:r>
            <a:r>
              <a:rPr lang="en-US" b="1" dirty="0">
                <a:latin typeface="Trebuchet MS" panose="020B0603020202020204" pitchFamily="34" charset="0"/>
              </a:rPr>
              <a:t>n</a:t>
            </a:r>
            <a:r>
              <a:rPr lang="en-US" sz="1800" b="1" dirty="0">
                <a:latin typeface="Trebuchet MS" panose="020B0603020202020204" pitchFamily="34" charset="0"/>
              </a:rPr>
              <a:t>ame 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  <a:defRPr/>
            </a:pPr>
            <a:r>
              <a:rPr lang="en-US" b="1" dirty="0">
                <a:latin typeface="Trebuchet MS" panose="020B0603020202020204" pitchFamily="34" charset="0"/>
              </a:rPr>
              <a:t>University/Organization</a:t>
            </a:r>
            <a:r>
              <a:rPr lang="en-US" sz="1800" b="1" dirty="0">
                <a:latin typeface="Trebuchet MS" panose="020B0603020202020204" pitchFamily="34" charset="0"/>
              </a:rPr>
              <a:t> Name 1, </a:t>
            </a:r>
            <a:r>
              <a:rPr lang="en-US" b="1" dirty="0">
                <a:latin typeface="Trebuchet MS" panose="020B0603020202020204" pitchFamily="34" charset="0"/>
              </a:rPr>
              <a:t>University/Organization</a:t>
            </a:r>
            <a:r>
              <a:rPr lang="en-US" sz="1800" b="1" dirty="0">
                <a:latin typeface="Trebuchet MS" panose="020B0603020202020204" pitchFamily="34" charset="0"/>
              </a:rPr>
              <a:t> Name 2 (if any)</a:t>
            </a:r>
            <a:endParaRPr lang="en-US" sz="1800" b="1" dirty="0"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3" name="Google Shape;388;p4">
            <a:extLst>
              <a:ext uri="{FF2B5EF4-FFF2-40B4-BE49-F238E27FC236}">
                <a16:creationId xmlns:a16="http://schemas.microsoft.com/office/drawing/2014/main" id="{86ACEB90-06B9-B6E6-9072-A7943E4921FE}"/>
              </a:ext>
            </a:extLst>
          </p:cNvPr>
          <p:cNvSpPr/>
          <p:nvPr/>
        </p:nvSpPr>
        <p:spPr>
          <a:xfrm>
            <a:off x="499547" y="2494585"/>
            <a:ext cx="2110504" cy="2874908"/>
          </a:xfrm>
          <a:prstGeom prst="roundRect">
            <a:avLst>
              <a:gd name="adj" fmla="val 50000"/>
            </a:avLst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Google Shape;389;p4">
            <a:extLst>
              <a:ext uri="{FF2B5EF4-FFF2-40B4-BE49-F238E27FC236}">
                <a16:creationId xmlns:a16="http://schemas.microsoft.com/office/drawing/2014/main" id="{98D89CEC-61EF-31A9-86FF-95A1550CA0E0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" r="49068" b="25007"/>
          <a:stretch>
            <a:fillRect/>
          </a:stretch>
        </p:blipFill>
        <p:spPr>
          <a:xfrm>
            <a:off x="710388" y="2709337"/>
            <a:ext cx="1688822" cy="1721539"/>
          </a:xfrm>
          <a:prstGeom prst="ellipse">
            <a:avLst/>
          </a:prstGeom>
          <a:noFill/>
          <a:ln>
            <a:noFill/>
          </a:ln>
        </p:spPr>
      </p:pic>
      <p:sp>
        <p:nvSpPr>
          <p:cNvPr id="5" name="Google Shape;390;p4">
            <a:extLst>
              <a:ext uri="{FF2B5EF4-FFF2-40B4-BE49-F238E27FC236}">
                <a16:creationId xmlns:a16="http://schemas.microsoft.com/office/drawing/2014/main" id="{2211C7A6-D957-7B8F-E709-8125CE8C1919}"/>
              </a:ext>
            </a:extLst>
          </p:cNvPr>
          <p:cNvSpPr txBox="1"/>
          <p:nvPr/>
        </p:nvSpPr>
        <p:spPr>
          <a:xfrm>
            <a:off x="645448" y="4566460"/>
            <a:ext cx="18187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i="1" kern="0">
                <a:solidFill>
                  <a:srgbClr val="5A5A5A"/>
                </a:solidFill>
                <a:latin typeface="Trebuchet MS"/>
                <a:cs typeface="Arial"/>
                <a:sym typeface="Trebuchet MS"/>
              </a:rPr>
              <a:t>Team member name</a:t>
            </a: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388;p4">
            <a:extLst>
              <a:ext uri="{FF2B5EF4-FFF2-40B4-BE49-F238E27FC236}">
                <a16:creationId xmlns:a16="http://schemas.microsoft.com/office/drawing/2014/main" id="{ABEA9BE2-5956-E2C7-EBD2-1874A0127F4B}"/>
              </a:ext>
            </a:extLst>
          </p:cNvPr>
          <p:cNvSpPr/>
          <p:nvPr/>
        </p:nvSpPr>
        <p:spPr>
          <a:xfrm>
            <a:off x="2820892" y="2494585"/>
            <a:ext cx="2110504" cy="2874908"/>
          </a:xfrm>
          <a:prstGeom prst="roundRect">
            <a:avLst>
              <a:gd name="adj" fmla="val 50000"/>
            </a:avLst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" name="Google Shape;390;p4">
            <a:extLst>
              <a:ext uri="{FF2B5EF4-FFF2-40B4-BE49-F238E27FC236}">
                <a16:creationId xmlns:a16="http://schemas.microsoft.com/office/drawing/2014/main" id="{C31CB4D3-86D9-B49F-3701-63F9C541D25A}"/>
              </a:ext>
            </a:extLst>
          </p:cNvPr>
          <p:cNvSpPr txBox="1"/>
          <p:nvPr/>
        </p:nvSpPr>
        <p:spPr>
          <a:xfrm>
            <a:off x="2966793" y="4566460"/>
            <a:ext cx="18187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i="1" kern="0">
                <a:solidFill>
                  <a:srgbClr val="5A5A5A"/>
                </a:solidFill>
                <a:latin typeface="Trebuchet MS"/>
                <a:cs typeface="Arial"/>
                <a:sym typeface="Trebuchet MS"/>
              </a:rPr>
              <a:t>Team member name</a:t>
            </a: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388;p4">
            <a:extLst>
              <a:ext uri="{FF2B5EF4-FFF2-40B4-BE49-F238E27FC236}">
                <a16:creationId xmlns:a16="http://schemas.microsoft.com/office/drawing/2014/main" id="{E851C54F-931D-278C-B2C3-1DEB49E6FE7E}"/>
              </a:ext>
            </a:extLst>
          </p:cNvPr>
          <p:cNvSpPr/>
          <p:nvPr/>
        </p:nvSpPr>
        <p:spPr>
          <a:xfrm>
            <a:off x="5142237" y="2494585"/>
            <a:ext cx="2110504" cy="2874908"/>
          </a:xfrm>
          <a:prstGeom prst="roundRect">
            <a:avLst>
              <a:gd name="adj" fmla="val 50000"/>
            </a:avLst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" name="Google Shape;390;p4">
            <a:extLst>
              <a:ext uri="{FF2B5EF4-FFF2-40B4-BE49-F238E27FC236}">
                <a16:creationId xmlns:a16="http://schemas.microsoft.com/office/drawing/2014/main" id="{321A1604-1371-9112-DF2E-81A8B21CBB78}"/>
              </a:ext>
            </a:extLst>
          </p:cNvPr>
          <p:cNvSpPr txBox="1"/>
          <p:nvPr/>
        </p:nvSpPr>
        <p:spPr>
          <a:xfrm>
            <a:off x="5288138" y="4566460"/>
            <a:ext cx="18187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i="1" kern="0">
                <a:solidFill>
                  <a:srgbClr val="5A5A5A"/>
                </a:solidFill>
                <a:latin typeface="Trebuchet MS"/>
                <a:cs typeface="Arial"/>
                <a:sym typeface="Trebuchet MS"/>
              </a:rPr>
              <a:t>Team member name</a:t>
            </a: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388;p4">
            <a:extLst>
              <a:ext uri="{FF2B5EF4-FFF2-40B4-BE49-F238E27FC236}">
                <a16:creationId xmlns:a16="http://schemas.microsoft.com/office/drawing/2014/main" id="{67E74A5C-8A4B-E52F-B407-3374A505A42A}"/>
              </a:ext>
            </a:extLst>
          </p:cNvPr>
          <p:cNvSpPr/>
          <p:nvPr/>
        </p:nvSpPr>
        <p:spPr>
          <a:xfrm>
            <a:off x="7463582" y="2494585"/>
            <a:ext cx="2110504" cy="2874908"/>
          </a:xfrm>
          <a:prstGeom prst="roundRect">
            <a:avLst>
              <a:gd name="adj" fmla="val 50000"/>
            </a:avLst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" name="Google Shape;390;p4">
            <a:extLst>
              <a:ext uri="{FF2B5EF4-FFF2-40B4-BE49-F238E27FC236}">
                <a16:creationId xmlns:a16="http://schemas.microsoft.com/office/drawing/2014/main" id="{F2C2B27D-485F-748D-CF4D-0D29E521FE88}"/>
              </a:ext>
            </a:extLst>
          </p:cNvPr>
          <p:cNvSpPr txBox="1"/>
          <p:nvPr/>
        </p:nvSpPr>
        <p:spPr>
          <a:xfrm>
            <a:off x="7609483" y="4566460"/>
            <a:ext cx="18187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i="1" kern="0">
                <a:solidFill>
                  <a:srgbClr val="5A5A5A"/>
                </a:solidFill>
                <a:latin typeface="Trebuchet MS"/>
                <a:cs typeface="Arial"/>
                <a:sym typeface="Trebuchet MS"/>
              </a:rPr>
              <a:t>Team member name</a:t>
            </a: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388;p4">
            <a:extLst>
              <a:ext uri="{FF2B5EF4-FFF2-40B4-BE49-F238E27FC236}">
                <a16:creationId xmlns:a16="http://schemas.microsoft.com/office/drawing/2014/main" id="{DBB2497D-D862-7768-7E09-36CC9C22503A}"/>
              </a:ext>
            </a:extLst>
          </p:cNvPr>
          <p:cNvSpPr/>
          <p:nvPr/>
        </p:nvSpPr>
        <p:spPr>
          <a:xfrm>
            <a:off x="9784927" y="2494585"/>
            <a:ext cx="2110504" cy="2874908"/>
          </a:xfrm>
          <a:prstGeom prst="roundRect">
            <a:avLst>
              <a:gd name="adj" fmla="val 50000"/>
            </a:avLst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390;p4">
            <a:extLst>
              <a:ext uri="{FF2B5EF4-FFF2-40B4-BE49-F238E27FC236}">
                <a16:creationId xmlns:a16="http://schemas.microsoft.com/office/drawing/2014/main" id="{6DF501CD-0A17-64EC-A08F-350977141A61}"/>
              </a:ext>
            </a:extLst>
          </p:cNvPr>
          <p:cNvSpPr txBox="1"/>
          <p:nvPr/>
        </p:nvSpPr>
        <p:spPr>
          <a:xfrm>
            <a:off x="9930828" y="4566460"/>
            <a:ext cx="18187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i="1" kern="0">
                <a:solidFill>
                  <a:srgbClr val="5A5A5A"/>
                </a:solidFill>
                <a:latin typeface="Trebuchet MS"/>
                <a:cs typeface="Arial"/>
                <a:sym typeface="Trebuchet MS"/>
              </a:rPr>
              <a:t>Team member name</a:t>
            </a: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" name="Google Shape;201;p4">
            <a:extLst>
              <a:ext uri="{FF2B5EF4-FFF2-40B4-BE49-F238E27FC236}">
                <a16:creationId xmlns:a16="http://schemas.microsoft.com/office/drawing/2014/main" id="{FE6F0650-CB52-71A7-4F5D-E590BA7EABE4}"/>
              </a:ext>
            </a:extLst>
          </p:cNvPr>
          <p:cNvSpPr/>
          <p:nvPr/>
        </p:nvSpPr>
        <p:spPr>
          <a:xfrm>
            <a:off x="8489482" y="1792"/>
            <a:ext cx="2738515" cy="3543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Region name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" name="Google Shape;389;p4">
            <a:extLst>
              <a:ext uri="{FF2B5EF4-FFF2-40B4-BE49-F238E27FC236}">
                <a16:creationId xmlns:a16="http://schemas.microsoft.com/office/drawing/2014/main" id="{5F1A20D1-3FB1-9E66-8342-306DCE22499B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60" t="3596" r="1868" b="22135"/>
          <a:stretch>
            <a:fillRect/>
          </a:stretch>
        </p:blipFill>
        <p:spPr>
          <a:xfrm>
            <a:off x="3031733" y="2709337"/>
            <a:ext cx="1688822" cy="172153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389;p4">
            <a:extLst>
              <a:ext uri="{FF2B5EF4-FFF2-40B4-BE49-F238E27FC236}">
                <a16:creationId xmlns:a16="http://schemas.microsoft.com/office/drawing/2014/main" id="{D96C31B9-7A8F-F92F-8FE0-48574A108925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" r="49068" b="25007"/>
          <a:stretch>
            <a:fillRect/>
          </a:stretch>
        </p:blipFill>
        <p:spPr>
          <a:xfrm>
            <a:off x="5353078" y="2709337"/>
            <a:ext cx="1688822" cy="172153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" name="Google Shape;389;p4">
            <a:extLst>
              <a:ext uri="{FF2B5EF4-FFF2-40B4-BE49-F238E27FC236}">
                <a16:creationId xmlns:a16="http://schemas.microsoft.com/office/drawing/2014/main" id="{8E120847-7C01-E199-E36C-91AED4EF9B12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60" t="3596" r="1868" b="22135"/>
          <a:stretch>
            <a:fillRect/>
          </a:stretch>
        </p:blipFill>
        <p:spPr>
          <a:xfrm>
            <a:off x="7674423" y="2709337"/>
            <a:ext cx="1688822" cy="172153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" name="Google Shape;389;p4">
            <a:extLst>
              <a:ext uri="{FF2B5EF4-FFF2-40B4-BE49-F238E27FC236}">
                <a16:creationId xmlns:a16="http://schemas.microsoft.com/office/drawing/2014/main" id="{8BA7477B-EEB2-7221-AEE4-E71A1EC81E74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" r="49068" b="25007"/>
          <a:stretch>
            <a:fillRect/>
          </a:stretch>
        </p:blipFill>
        <p:spPr>
          <a:xfrm>
            <a:off x="9995768" y="2709337"/>
            <a:ext cx="1688822" cy="1721539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842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FD3FA945-0C61-F89C-8AD6-836A4B68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6450B3-1876-130E-7C33-01B40B691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IN" sz="2000" dirty="0"/>
              <a:t>U</a:t>
            </a:r>
            <a:r>
              <a:rPr lang="en-US" sz="2000" dirty="0"/>
              <a:t>se case introduction: Focus sector and the challenge that digital ID will solve.</a:t>
            </a:r>
          </a:p>
        </p:txBody>
      </p:sp>
      <p:sp>
        <p:nvSpPr>
          <p:cNvPr id="38" name="Google Shape;796;p8">
            <a:extLst>
              <a:ext uri="{FF2B5EF4-FFF2-40B4-BE49-F238E27FC236}">
                <a16:creationId xmlns:a16="http://schemas.microsoft.com/office/drawing/2014/main" id="{1F93C98C-EEE3-9125-54AD-BC88402BBC45}"/>
              </a:ext>
            </a:extLst>
          </p:cNvPr>
          <p:cNvSpPr/>
          <p:nvPr/>
        </p:nvSpPr>
        <p:spPr>
          <a:xfrm>
            <a:off x="341298" y="845068"/>
            <a:ext cx="10886699" cy="37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600" b="1" kern="0" dirty="0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Write an overview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FDF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t>of your solution in one or two lines here and describe it below in 3 points.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201;p4">
            <a:extLst>
              <a:ext uri="{FF2B5EF4-FFF2-40B4-BE49-F238E27FC236}">
                <a16:creationId xmlns:a16="http://schemas.microsoft.com/office/drawing/2014/main" id="{54C76D23-5E3B-2D7D-B860-68B4AC085ED3}"/>
              </a:ext>
            </a:extLst>
          </p:cNvPr>
          <p:cNvSpPr/>
          <p:nvPr/>
        </p:nvSpPr>
        <p:spPr>
          <a:xfrm>
            <a:off x="341298" y="1799317"/>
            <a:ext cx="11407790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202;p4">
            <a:extLst>
              <a:ext uri="{FF2B5EF4-FFF2-40B4-BE49-F238E27FC236}">
                <a16:creationId xmlns:a16="http://schemas.microsoft.com/office/drawing/2014/main" id="{493E349A-2215-6E50-BE40-E2BD377F1C4D}"/>
              </a:ext>
            </a:extLst>
          </p:cNvPr>
          <p:cNvSpPr/>
          <p:nvPr/>
        </p:nvSpPr>
        <p:spPr>
          <a:xfrm rot="10800000">
            <a:off x="589053" y="1706428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203;p4">
            <a:extLst>
              <a:ext uri="{FF2B5EF4-FFF2-40B4-BE49-F238E27FC236}">
                <a16:creationId xmlns:a16="http://schemas.microsoft.com/office/drawing/2014/main" id="{C238C00F-D177-79D1-FB63-12266DD5E998}"/>
              </a:ext>
            </a:extLst>
          </p:cNvPr>
          <p:cNvSpPr/>
          <p:nvPr/>
        </p:nvSpPr>
        <p:spPr>
          <a:xfrm>
            <a:off x="701634" y="1843020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800" b="1">
              <a:solidFill>
                <a:srgbClr val="2841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204;p4">
            <a:extLst>
              <a:ext uri="{FF2B5EF4-FFF2-40B4-BE49-F238E27FC236}">
                <a16:creationId xmlns:a16="http://schemas.microsoft.com/office/drawing/2014/main" id="{27023E89-83C6-ABF0-705B-E875FA8AA5D7}"/>
              </a:ext>
            </a:extLst>
          </p:cNvPr>
          <p:cNvSpPr txBox="1">
            <a:spLocks/>
          </p:cNvSpPr>
          <p:nvPr/>
        </p:nvSpPr>
        <p:spPr>
          <a:xfrm>
            <a:off x="1855579" y="2080577"/>
            <a:ext cx="9634787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SzPts val="1800"/>
            </a:pPr>
            <a:r>
              <a:rPr lang="en-US" sz="1800" i="1" kern="0" dirty="0"/>
              <a:t>What problem are you trying to solve? Who is affected by this issue?</a:t>
            </a:r>
            <a:endParaRPr lang="en-US" i="1" kern="0" dirty="0"/>
          </a:p>
        </p:txBody>
      </p:sp>
      <p:sp>
        <p:nvSpPr>
          <p:cNvPr id="43" name="Google Shape;206;p4">
            <a:extLst>
              <a:ext uri="{FF2B5EF4-FFF2-40B4-BE49-F238E27FC236}">
                <a16:creationId xmlns:a16="http://schemas.microsoft.com/office/drawing/2014/main" id="{9FF61BAC-3CDC-ADB5-8855-F69C12C9F68C}"/>
              </a:ext>
            </a:extLst>
          </p:cNvPr>
          <p:cNvSpPr/>
          <p:nvPr/>
        </p:nvSpPr>
        <p:spPr>
          <a:xfrm>
            <a:off x="341298" y="3072504"/>
            <a:ext cx="11407790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" name="Google Shape;207;p4">
            <a:extLst>
              <a:ext uri="{FF2B5EF4-FFF2-40B4-BE49-F238E27FC236}">
                <a16:creationId xmlns:a16="http://schemas.microsoft.com/office/drawing/2014/main" id="{557F5E40-84FB-7728-ACF1-4AD389A923C4}"/>
              </a:ext>
            </a:extLst>
          </p:cNvPr>
          <p:cNvSpPr/>
          <p:nvPr/>
        </p:nvSpPr>
        <p:spPr>
          <a:xfrm rot="10800000">
            <a:off x="589053" y="2979615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rgbClr val="00B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" name="Google Shape;208;p4">
            <a:extLst>
              <a:ext uri="{FF2B5EF4-FFF2-40B4-BE49-F238E27FC236}">
                <a16:creationId xmlns:a16="http://schemas.microsoft.com/office/drawing/2014/main" id="{F76A0BFD-A173-0D77-CA20-414475F3E06B}"/>
              </a:ext>
            </a:extLst>
          </p:cNvPr>
          <p:cNvSpPr/>
          <p:nvPr/>
        </p:nvSpPr>
        <p:spPr>
          <a:xfrm>
            <a:off x="701635" y="3115851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800" b="1">
              <a:solidFill>
                <a:srgbClr val="00BFD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209;p4">
            <a:extLst>
              <a:ext uri="{FF2B5EF4-FFF2-40B4-BE49-F238E27FC236}">
                <a16:creationId xmlns:a16="http://schemas.microsoft.com/office/drawing/2014/main" id="{ECA474AC-3B03-C0AD-1D2E-4AED13E548DC}"/>
              </a:ext>
            </a:extLst>
          </p:cNvPr>
          <p:cNvSpPr txBox="1">
            <a:spLocks/>
          </p:cNvSpPr>
          <p:nvPr/>
        </p:nvSpPr>
        <p:spPr>
          <a:xfrm>
            <a:off x="1855579" y="3324657"/>
            <a:ext cx="963478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Clr>
                <a:srgbClr val="00BFDF"/>
              </a:buClr>
              <a:buSzPts val="1800"/>
            </a:pPr>
            <a:r>
              <a:rPr lang="en-IN" sz="1800" i="1" kern="0" dirty="0">
                <a:solidFill>
                  <a:srgbClr val="00BFDF"/>
                </a:solidFill>
              </a:rPr>
              <a:t>How will your use case idea solve this problem?</a:t>
            </a:r>
            <a:endParaRPr lang="en-US" sz="1800" i="1" kern="0" dirty="0">
              <a:solidFill>
                <a:srgbClr val="00BFDF"/>
              </a:solidFill>
            </a:endParaRPr>
          </a:p>
        </p:txBody>
      </p:sp>
      <p:sp>
        <p:nvSpPr>
          <p:cNvPr id="47" name="Google Shape;211;p4">
            <a:extLst>
              <a:ext uri="{FF2B5EF4-FFF2-40B4-BE49-F238E27FC236}">
                <a16:creationId xmlns:a16="http://schemas.microsoft.com/office/drawing/2014/main" id="{A8F76193-A2CD-8826-EBFA-D6560F6CD493}"/>
              </a:ext>
            </a:extLst>
          </p:cNvPr>
          <p:cNvSpPr/>
          <p:nvPr/>
        </p:nvSpPr>
        <p:spPr>
          <a:xfrm>
            <a:off x="341298" y="4345691"/>
            <a:ext cx="11407790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212;p4">
            <a:extLst>
              <a:ext uri="{FF2B5EF4-FFF2-40B4-BE49-F238E27FC236}">
                <a16:creationId xmlns:a16="http://schemas.microsoft.com/office/drawing/2014/main" id="{833FD31B-33BC-8BE0-9588-DC6FB6F0F008}"/>
              </a:ext>
            </a:extLst>
          </p:cNvPr>
          <p:cNvSpPr/>
          <p:nvPr/>
        </p:nvSpPr>
        <p:spPr>
          <a:xfrm rot="10800000">
            <a:off x="589053" y="4252802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" name="Google Shape;213;p4">
            <a:extLst>
              <a:ext uri="{FF2B5EF4-FFF2-40B4-BE49-F238E27FC236}">
                <a16:creationId xmlns:a16="http://schemas.microsoft.com/office/drawing/2014/main" id="{C143FA46-D0FC-8FB6-6C1C-ED7B4CA58DA1}"/>
              </a:ext>
            </a:extLst>
          </p:cNvPr>
          <p:cNvSpPr/>
          <p:nvPr/>
        </p:nvSpPr>
        <p:spPr>
          <a:xfrm>
            <a:off x="701635" y="4389038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800" b="1">
              <a:solidFill>
                <a:srgbClr val="5A5A5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" name="Google Shape;214;p4">
            <a:extLst>
              <a:ext uri="{FF2B5EF4-FFF2-40B4-BE49-F238E27FC236}">
                <a16:creationId xmlns:a16="http://schemas.microsoft.com/office/drawing/2014/main" id="{9017105D-5591-3292-6FE4-8B19CD6C38E9}"/>
              </a:ext>
            </a:extLst>
          </p:cNvPr>
          <p:cNvSpPr txBox="1">
            <a:spLocks/>
          </p:cNvSpPr>
          <p:nvPr/>
        </p:nvSpPr>
        <p:spPr>
          <a:xfrm>
            <a:off x="1855577" y="4597079"/>
            <a:ext cx="9634788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Clr>
                <a:srgbClr val="5A5A5A"/>
              </a:buClr>
              <a:buSzPts val="1800"/>
            </a:pPr>
            <a:r>
              <a:rPr lang="en-US" sz="1800" i="1" kern="0" dirty="0">
                <a:solidFill>
                  <a:srgbClr val="5A5A5A"/>
                </a:solidFill>
              </a:rPr>
              <a:t>How is your solution using Digital ID? Describe</a:t>
            </a:r>
          </a:p>
        </p:txBody>
      </p:sp>
      <p:sp>
        <p:nvSpPr>
          <p:cNvPr id="51" name="Google Shape;216;p4">
            <a:extLst>
              <a:ext uri="{FF2B5EF4-FFF2-40B4-BE49-F238E27FC236}">
                <a16:creationId xmlns:a16="http://schemas.microsoft.com/office/drawing/2014/main" id="{3C9BC740-06F4-26DE-45B9-157F4355BB87}"/>
              </a:ext>
            </a:extLst>
          </p:cNvPr>
          <p:cNvSpPr/>
          <p:nvPr/>
        </p:nvSpPr>
        <p:spPr>
          <a:xfrm>
            <a:off x="1742996" y="2979615"/>
            <a:ext cx="91936" cy="92889"/>
          </a:xfrm>
          <a:prstGeom prst="rtTriangle">
            <a:avLst/>
          </a:prstGeom>
          <a:solidFill>
            <a:srgbClr val="6ECF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217;p4">
            <a:extLst>
              <a:ext uri="{FF2B5EF4-FFF2-40B4-BE49-F238E27FC236}">
                <a16:creationId xmlns:a16="http://schemas.microsoft.com/office/drawing/2014/main" id="{E6CFC933-B579-C139-CFBC-4057D6E8C386}"/>
              </a:ext>
            </a:extLst>
          </p:cNvPr>
          <p:cNvSpPr/>
          <p:nvPr/>
        </p:nvSpPr>
        <p:spPr>
          <a:xfrm>
            <a:off x="1742996" y="1708273"/>
            <a:ext cx="91936" cy="92889"/>
          </a:xfrm>
          <a:prstGeom prst="rtTriangle">
            <a:avLst/>
          </a:prstGeom>
          <a:solidFill>
            <a:srgbClr val="436A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218;p4">
            <a:extLst>
              <a:ext uri="{FF2B5EF4-FFF2-40B4-BE49-F238E27FC236}">
                <a16:creationId xmlns:a16="http://schemas.microsoft.com/office/drawing/2014/main" id="{30B7A83E-6D3C-3A28-0698-A760E599C68C}"/>
              </a:ext>
            </a:extLst>
          </p:cNvPr>
          <p:cNvSpPr/>
          <p:nvPr/>
        </p:nvSpPr>
        <p:spPr>
          <a:xfrm>
            <a:off x="1742996" y="4252802"/>
            <a:ext cx="91936" cy="92889"/>
          </a:xfrm>
          <a:prstGeom prst="rtTriangle">
            <a:avLst/>
          </a:prstGeom>
          <a:solidFill>
            <a:srgbClr val="9395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Google Shape;201;p4">
            <a:extLst>
              <a:ext uri="{FF2B5EF4-FFF2-40B4-BE49-F238E27FC236}">
                <a16:creationId xmlns:a16="http://schemas.microsoft.com/office/drawing/2014/main" id="{693F08C5-B35A-B9F3-07C2-DEA4D3767065}"/>
              </a:ext>
            </a:extLst>
          </p:cNvPr>
          <p:cNvSpPr/>
          <p:nvPr/>
        </p:nvSpPr>
        <p:spPr>
          <a:xfrm>
            <a:off x="10254343" y="1793"/>
            <a:ext cx="1942488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7301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F593A43B-569C-4BC8-9C5B-5B64C050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4F3978-A832-B6E8-7856-D1E771597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US" sz="2000" dirty="0"/>
              <a:t>Problem statement: Provide a short description of the problem</a:t>
            </a:r>
          </a:p>
        </p:txBody>
      </p:sp>
      <p:sp>
        <p:nvSpPr>
          <p:cNvPr id="8" name="Google Shape;796;p8">
            <a:extLst>
              <a:ext uri="{FF2B5EF4-FFF2-40B4-BE49-F238E27FC236}">
                <a16:creationId xmlns:a16="http://schemas.microsoft.com/office/drawing/2014/main" id="{F067EDAD-0B7B-5CAE-AE07-1EC7ED524F74}"/>
              </a:ext>
            </a:extLst>
          </p:cNvPr>
          <p:cNvSpPr/>
          <p:nvPr/>
        </p:nvSpPr>
        <p:spPr>
          <a:xfrm>
            <a:off x="354010" y="562314"/>
            <a:ext cx="11395078" cy="65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4000"/>
              </a:lnSpc>
              <a:buClr>
                <a:srgbClr val="000000"/>
              </a:buClr>
              <a:defRPr/>
            </a:pPr>
            <a:r>
              <a:rPr lang="en-US" sz="1600" b="1" i="1" kern="0" dirty="0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 the sectoral, geographic, and demographic scope of the issue in two lines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FDF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t>. Describe key facts/ figures related to your problem statement below. You can answer the questions below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399;p6">
            <a:extLst>
              <a:ext uri="{FF2B5EF4-FFF2-40B4-BE49-F238E27FC236}">
                <a16:creationId xmlns:a16="http://schemas.microsoft.com/office/drawing/2014/main" id="{E4ACFC2D-CF54-B8C7-342D-032F725F757B}"/>
              </a:ext>
            </a:extLst>
          </p:cNvPr>
          <p:cNvSpPr/>
          <p:nvPr/>
        </p:nvSpPr>
        <p:spPr>
          <a:xfrm>
            <a:off x="653143" y="1456024"/>
            <a:ext cx="10983686" cy="338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1500" b="1" kern="0" dirty="0">
                <a:solidFill>
                  <a:srgbClr val="284181"/>
                </a:solidFill>
                <a:latin typeface="Trebuchet MS" panose="020B0603020202020204" pitchFamily="34" charset="0"/>
                <a:cs typeface="Arial"/>
                <a:sym typeface="Trebuchet MS"/>
              </a:rPr>
              <a:t>What is the current process for accessing benefits, completing transactions, or engaging with systems?</a:t>
            </a:r>
            <a:br>
              <a:rPr lang="en-US" sz="1500" b="1" kern="0" dirty="0">
                <a:solidFill>
                  <a:srgbClr val="284181"/>
                </a:solidFill>
                <a:latin typeface="Trebuchet MS" panose="020B0603020202020204" pitchFamily="34" charset="0"/>
                <a:cs typeface="Arial"/>
                <a:sym typeface="Trebuchet MS"/>
              </a:rPr>
            </a:br>
            <a:r>
              <a:rPr lang="en-US" sz="1400" i="1" kern="0" dirty="0">
                <a:solidFill>
                  <a:srgbClr val="767171"/>
                </a:solidFill>
                <a:latin typeface="Trebuchet MS"/>
                <a:ea typeface="Trebuchet MS"/>
                <a:cs typeface="Trebuchet MS"/>
                <a:sym typeface="Trebuchet MS"/>
              </a:rPr>
              <a:t>Describe how citizens, businesses, or institutions currently interact — e.g., in-person visits, paper-based verification, intermediaries</a:t>
            </a:r>
            <a:endParaRPr lang="en-US" sz="1600" i="1" kern="0" dirty="0">
              <a:solidFill>
                <a:srgbClr val="28418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1500" b="1" kern="0" dirty="0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  <a:t>What barriers do citizens or businesses face in this process, and who is most affected?</a:t>
            </a:r>
            <a:br>
              <a:rPr lang="en-US" sz="1500" b="1" kern="0" dirty="0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400" i="1" kern="0" spc="-40" dirty="0">
                <a:solidFill>
                  <a:srgbClr val="76717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the demographic, geographic, or socioeconomic groups impacted and the friction points they encounter — e.g., lack of documentation, distance, cost, exclusion</a:t>
            </a:r>
          </a:p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1600" b="1" kern="0" dirty="0">
                <a:solidFill>
                  <a:srgbClr val="284181"/>
                </a:solidFill>
                <a:latin typeface="Trebuchet MS"/>
                <a:cs typeface="Arial"/>
                <a:sym typeface="Trebuchet MS"/>
              </a:rPr>
              <a:t>How does the absence of an integrated digital ID cause or worsen these barriers?</a:t>
            </a:r>
            <a:br>
              <a:rPr lang="en-US" sz="1600" b="1" kern="0" dirty="0">
                <a:solidFill>
                  <a:srgbClr val="284181"/>
                </a:solidFill>
                <a:latin typeface="Trebuchet MS"/>
                <a:cs typeface="Arial"/>
                <a:sym typeface="Trebuchet MS"/>
              </a:rPr>
            </a:br>
            <a:r>
              <a:rPr lang="en-US" sz="1400" i="1" kern="0" dirty="0">
                <a:solidFill>
                  <a:srgbClr val="767171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 the specific gaps — e.g., inability to verify identity remotely, duplicate records, exclusion from formal systems, delays in delivery</a:t>
            </a:r>
            <a:endParaRPr lang="en-US" sz="1600" b="1" kern="0" dirty="0">
              <a:solidFill>
                <a:srgbClr val="28418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1600" b="1" kern="0" dirty="0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scale and urgency of this problem?</a:t>
            </a:r>
            <a:br>
              <a:rPr lang="en-US" sz="1600" b="1" kern="0" dirty="0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400" i="1" kern="0" spc="-40" dirty="0">
                <a:solidFill>
                  <a:srgbClr val="767171"/>
                </a:solidFill>
                <a:latin typeface="Trebuchet MS"/>
                <a:ea typeface="Trebuchet MS"/>
                <a:cs typeface="Trebuchet MS"/>
                <a:sym typeface="Trebuchet MS"/>
              </a:rPr>
              <a:t>Quantify the problem — e.g., number of people excluded, volume of failed or delayed transactions, percentage of population without formal ID, frequency of fraud, or estimated economic cost</a:t>
            </a:r>
            <a:endParaRPr lang="en-US" sz="1400" b="1" i="1" kern="0" spc="-40" dirty="0">
              <a:solidFill>
                <a:srgbClr val="28418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+mj-lt"/>
              <a:buAutoNum type="arabicPeriod"/>
              <a:defRPr/>
            </a:pPr>
            <a:endParaRPr lang="en-US" sz="15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" name="Google Shape;201;p4">
            <a:extLst>
              <a:ext uri="{FF2B5EF4-FFF2-40B4-BE49-F238E27FC236}">
                <a16:creationId xmlns:a16="http://schemas.microsoft.com/office/drawing/2014/main" id="{DB058C11-ADF8-8720-53DA-344C47D6B28C}"/>
              </a:ext>
            </a:extLst>
          </p:cNvPr>
          <p:cNvSpPr/>
          <p:nvPr/>
        </p:nvSpPr>
        <p:spPr>
          <a:xfrm>
            <a:off x="10254343" y="1793"/>
            <a:ext cx="1942488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8909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BED3B21A-E326-AA23-70D1-AB49B4E7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CDA1FA-69E5-315B-3E9E-5D46FC068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US" sz="2000" dirty="0"/>
              <a:t>Proposed solution overview</a:t>
            </a:r>
          </a:p>
        </p:txBody>
      </p:sp>
      <p:sp>
        <p:nvSpPr>
          <p:cNvPr id="113" name="Google Shape;796;p8">
            <a:extLst>
              <a:ext uri="{FF2B5EF4-FFF2-40B4-BE49-F238E27FC236}">
                <a16:creationId xmlns:a16="http://schemas.microsoft.com/office/drawing/2014/main" id="{CCC08C25-9D46-24E6-3C8D-C0F9CB0EB238}"/>
              </a:ext>
            </a:extLst>
          </p:cNvPr>
          <p:cNvSpPr/>
          <p:nvPr/>
        </p:nvSpPr>
        <p:spPr>
          <a:xfrm>
            <a:off x="332237" y="605858"/>
            <a:ext cx="11674705" cy="37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000"/>
              </a:lnSpc>
              <a:buClr>
                <a:srgbClr val="000000"/>
              </a:buClr>
              <a:defRPr/>
            </a:pPr>
            <a:r>
              <a:rPr lang="en-US" sz="1600" b="1" kern="0" dirty="0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Write an overview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FDF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t>of your solution in 3-4 points below. Imagine yourself as </a:t>
            </a:r>
            <a:r>
              <a:rPr lang="en-US" sz="1600" b="1" kern="0" dirty="0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a start-up addressing this problem </a:t>
            </a:r>
            <a:endParaRPr lang="en-US" sz="1600" b="1" i="0" u="none" strike="noStrike" kern="0" cap="none" spc="0" normalizeH="0" baseline="0" noProof="0" dirty="0">
              <a:ln>
                <a:noFill/>
              </a:ln>
              <a:solidFill>
                <a:srgbClr val="00BFDF"/>
              </a:solidFill>
              <a:effectLst/>
              <a:uLnTx/>
              <a:uFillTx/>
              <a:latin typeface="Trebuchet MS"/>
              <a:cs typeface="Arial"/>
            </a:endParaRPr>
          </a:p>
        </p:txBody>
      </p:sp>
      <p:sp>
        <p:nvSpPr>
          <p:cNvPr id="49" name="Google Shape;201;p4">
            <a:extLst>
              <a:ext uri="{FF2B5EF4-FFF2-40B4-BE49-F238E27FC236}">
                <a16:creationId xmlns:a16="http://schemas.microsoft.com/office/drawing/2014/main" id="{6135AB0B-79F3-2325-20D8-E8128B481656}"/>
              </a:ext>
            </a:extLst>
          </p:cNvPr>
          <p:cNvSpPr/>
          <p:nvPr/>
        </p:nvSpPr>
        <p:spPr>
          <a:xfrm>
            <a:off x="354010" y="1346124"/>
            <a:ext cx="11395078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" name="Google Shape;202;p4">
            <a:extLst>
              <a:ext uri="{FF2B5EF4-FFF2-40B4-BE49-F238E27FC236}">
                <a16:creationId xmlns:a16="http://schemas.microsoft.com/office/drawing/2014/main" id="{E5514BE6-7558-5170-AD26-86354D29DD7F}"/>
              </a:ext>
            </a:extLst>
          </p:cNvPr>
          <p:cNvSpPr/>
          <p:nvPr/>
        </p:nvSpPr>
        <p:spPr>
          <a:xfrm rot="10800000">
            <a:off x="762105" y="1253235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203;p4">
            <a:extLst>
              <a:ext uri="{FF2B5EF4-FFF2-40B4-BE49-F238E27FC236}">
                <a16:creationId xmlns:a16="http://schemas.microsoft.com/office/drawing/2014/main" id="{1CC95003-3EC3-AFF2-E027-D4A3717D0FC2}"/>
              </a:ext>
            </a:extLst>
          </p:cNvPr>
          <p:cNvSpPr/>
          <p:nvPr/>
        </p:nvSpPr>
        <p:spPr>
          <a:xfrm>
            <a:off x="874686" y="1389827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800" b="1">
              <a:solidFill>
                <a:srgbClr val="2841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204;p4">
            <a:extLst>
              <a:ext uri="{FF2B5EF4-FFF2-40B4-BE49-F238E27FC236}">
                <a16:creationId xmlns:a16="http://schemas.microsoft.com/office/drawing/2014/main" id="{4D663731-B2D0-428F-7539-59CBCEE8087A}"/>
              </a:ext>
            </a:extLst>
          </p:cNvPr>
          <p:cNvSpPr txBox="1">
            <a:spLocks/>
          </p:cNvSpPr>
          <p:nvPr/>
        </p:nvSpPr>
        <p:spPr>
          <a:xfrm>
            <a:off x="2015919" y="1594727"/>
            <a:ext cx="9501167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SzPts val="1800"/>
            </a:pPr>
            <a:r>
              <a:rPr lang="en-US" sz="1800" i="1" kern="0" dirty="0"/>
              <a:t> What is your solution, and how does it solve the problem described previously?</a:t>
            </a:r>
          </a:p>
        </p:txBody>
      </p:sp>
      <p:sp>
        <p:nvSpPr>
          <p:cNvPr id="54" name="Google Shape;206;p4">
            <a:extLst>
              <a:ext uri="{FF2B5EF4-FFF2-40B4-BE49-F238E27FC236}">
                <a16:creationId xmlns:a16="http://schemas.microsoft.com/office/drawing/2014/main" id="{1D02734A-33A3-6CDD-6A58-3105D59EB01F}"/>
              </a:ext>
            </a:extLst>
          </p:cNvPr>
          <p:cNvSpPr/>
          <p:nvPr/>
        </p:nvSpPr>
        <p:spPr>
          <a:xfrm>
            <a:off x="354009" y="2619311"/>
            <a:ext cx="11395077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207;p4">
            <a:extLst>
              <a:ext uri="{FF2B5EF4-FFF2-40B4-BE49-F238E27FC236}">
                <a16:creationId xmlns:a16="http://schemas.microsoft.com/office/drawing/2014/main" id="{38A06ED8-36BF-C66E-30E6-28A647CDC35B}"/>
              </a:ext>
            </a:extLst>
          </p:cNvPr>
          <p:cNvSpPr/>
          <p:nvPr/>
        </p:nvSpPr>
        <p:spPr>
          <a:xfrm rot="10800000">
            <a:off x="762105" y="2526422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rgbClr val="00B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208;p4">
            <a:extLst>
              <a:ext uri="{FF2B5EF4-FFF2-40B4-BE49-F238E27FC236}">
                <a16:creationId xmlns:a16="http://schemas.microsoft.com/office/drawing/2014/main" id="{7B251AE4-1A57-2FAB-7731-DA2CBD043F1E}"/>
              </a:ext>
            </a:extLst>
          </p:cNvPr>
          <p:cNvSpPr/>
          <p:nvPr/>
        </p:nvSpPr>
        <p:spPr>
          <a:xfrm>
            <a:off x="874687" y="2662658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800" b="1">
              <a:solidFill>
                <a:srgbClr val="00BFD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209;p4">
            <a:extLst>
              <a:ext uri="{FF2B5EF4-FFF2-40B4-BE49-F238E27FC236}">
                <a16:creationId xmlns:a16="http://schemas.microsoft.com/office/drawing/2014/main" id="{4F80A321-980F-AC0A-C26C-2490545D1BEF}"/>
              </a:ext>
            </a:extLst>
          </p:cNvPr>
          <p:cNvSpPr txBox="1">
            <a:spLocks/>
          </p:cNvSpPr>
          <p:nvPr/>
        </p:nvSpPr>
        <p:spPr>
          <a:xfrm>
            <a:off x="2015919" y="2871465"/>
            <a:ext cx="9501167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Clr>
                <a:srgbClr val="00BFDF"/>
              </a:buClr>
              <a:buSzPts val="1800"/>
            </a:pPr>
            <a:r>
              <a:rPr lang="en-US" sz="1800" i="1" kern="0" dirty="0">
                <a:solidFill>
                  <a:srgbClr val="00BFDF"/>
                </a:solidFill>
              </a:rPr>
              <a:t>How is your solution using Digital ID? Describe </a:t>
            </a:r>
            <a:endParaRPr lang="en-US" i="1" kern="0" dirty="0"/>
          </a:p>
        </p:txBody>
      </p:sp>
      <p:sp>
        <p:nvSpPr>
          <p:cNvPr id="59" name="Google Shape;211;p4">
            <a:extLst>
              <a:ext uri="{FF2B5EF4-FFF2-40B4-BE49-F238E27FC236}">
                <a16:creationId xmlns:a16="http://schemas.microsoft.com/office/drawing/2014/main" id="{7F5CBC88-D6E5-3C77-6562-1521E1110B38}"/>
              </a:ext>
            </a:extLst>
          </p:cNvPr>
          <p:cNvSpPr/>
          <p:nvPr/>
        </p:nvSpPr>
        <p:spPr>
          <a:xfrm>
            <a:off x="354010" y="3892498"/>
            <a:ext cx="11395076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212;p4">
            <a:extLst>
              <a:ext uri="{FF2B5EF4-FFF2-40B4-BE49-F238E27FC236}">
                <a16:creationId xmlns:a16="http://schemas.microsoft.com/office/drawing/2014/main" id="{6F5503D9-440A-980C-3BFF-DD19FF2CA26C}"/>
              </a:ext>
            </a:extLst>
          </p:cNvPr>
          <p:cNvSpPr/>
          <p:nvPr/>
        </p:nvSpPr>
        <p:spPr>
          <a:xfrm rot="10800000">
            <a:off x="762105" y="3799609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213;p4">
            <a:extLst>
              <a:ext uri="{FF2B5EF4-FFF2-40B4-BE49-F238E27FC236}">
                <a16:creationId xmlns:a16="http://schemas.microsoft.com/office/drawing/2014/main" id="{3F14E51D-ADEB-ED66-1610-8349A81B192B}"/>
              </a:ext>
            </a:extLst>
          </p:cNvPr>
          <p:cNvSpPr/>
          <p:nvPr/>
        </p:nvSpPr>
        <p:spPr>
          <a:xfrm>
            <a:off x="874687" y="3935845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5A5A5A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800" b="1">
              <a:solidFill>
                <a:srgbClr val="5A5A5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" name="Google Shape;214;p4">
            <a:extLst>
              <a:ext uri="{FF2B5EF4-FFF2-40B4-BE49-F238E27FC236}">
                <a16:creationId xmlns:a16="http://schemas.microsoft.com/office/drawing/2014/main" id="{D25DF2BE-0FC0-CBE5-B335-7197AD1870D1}"/>
              </a:ext>
            </a:extLst>
          </p:cNvPr>
          <p:cNvSpPr txBox="1">
            <a:spLocks/>
          </p:cNvSpPr>
          <p:nvPr/>
        </p:nvSpPr>
        <p:spPr>
          <a:xfrm>
            <a:off x="2015918" y="4052211"/>
            <a:ext cx="9501167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Clr>
                <a:srgbClr val="5A5A5A"/>
              </a:buClr>
              <a:buSzPts val="1800"/>
            </a:pPr>
            <a:r>
              <a:rPr lang="en-US" sz="1800" i="1" kern="0" dirty="0">
                <a:solidFill>
                  <a:srgbClr val="5A5A5A"/>
                </a:solidFill>
              </a:rPr>
              <a:t>What will be the USP/ unique feature of your solution? Describe other key features of your solution, if any</a:t>
            </a:r>
          </a:p>
        </p:txBody>
      </p:sp>
      <p:sp>
        <p:nvSpPr>
          <p:cNvPr id="64" name="Google Shape;216;p4">
            <a:extLst>
              <a:ext uri="{FF2B5EF4-FFF2-40B4-BE49-F238E27FC236}">
                <a16:creationId xmlns:a16="http://schemas.microsoft.com/office/drawing/2014/main" id="{5287A57A-6541-4590-DE97-58F1997F5690}"/>
              </a:ext>
            </a:extLst>
          </p:cNvPr>
          <p:cNvSpPr/>
          <p:nvPr/>
        </p:nvSpPr>
        <p:spPr>
          <a:xfrm>
            <a:off x="1916048" y="2526422"/>
            <a:ext cx="91936" cy="92889"/>
          </a:xfrm>
          <a:prstGeom prst="rtTriangle">
            <a:avLst/>
          </a:prstGeom>
          <a:solidFill>
            <a:srgbClr val="6ECF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217;p4">
            <a:extLst>
              <a:ext uri="{FF2B5EF4-FFF2-40B4-BE49-F238E27FC236}">
                <a16:creationId xmlns:a16="http://schemas.microsoft.com/office/drawing/2014/main" id="{DD01D353-7D31-A117-2AA6-D61032C5139E}"/>
              </a:ext>
            </a:extLst>
          </p:cNvPr>
          <p:cNvSpPr/>
          <p:nvPr/>
        </p:nvSpPr>
        <p:spPr>
          <a:xfrm>
            <a:off x="1916048" y="1255080"/>
            <a:ext cx="91936" cy="92889"/>
          </a:xfrm>
          <a:prstGeom prst="rtTriangle">
            <a:avLst/>
          </a:prstGeom>
          <a:solidFill>
            <a:srgbClr val="436A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218;p4">
            <a:extLst>
              <a:ext uri="{FF2B5EF4-FFF2-40B4-BE49-F238E27FC236}">
                <a16:creationId xmlns:a16="http://schemas.microsoft.com/office/drawing/2014/main" id="{C7F32138-B68F-C556-7784-A1914C4F0D70}"/>
              </a:ext>
            </a:extLst>
          </p:cNvPr>
          <p:cNvSpPr/>
          <p:nvPr/>
        </p:nvSpPr>
        <p:spPr>
          <a:xfrm>
            <a:off x="1916048" y="3799609"/>
            <a:ext cx="91936" cy="92889"/>
          </a:xfrm>
          <a:prstGeom prst="rtTriangle">
            <a:avLst/>
          </a:prstGeom>
          <a:solidFill>
            <a:srgbClr val="9395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" name="Google Shape;201;p4">
            <a:extLst>
              <a:ext uri="{FF2B5EF4-FFF2-40B4-BE49-F238E27FC236}">
                <a16:creationId xmlns:a16="http://schemas.microsoft.com/office/drawing/2014/main" id="{F947445B-EE4B-6C5F-7271-B270630B7414}"/>
              </a:ext>
            </a:extLst>
          </p:cNvPr>
          <p:cNvSpPr/>
          <p:nvPr/>
        </p:nvSpPr>
        <p:spPr>
          <a:xfrm>
            <a:off x="341298" y="5140229"/>
            <a:ext cx="11395078" cy="84436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202;p4">
            <a:extLst>
              <a:ext uri="{FF2B5EF4-FFF2-40B4-BE49-F238E27FC236}">
                <a16:creationId xmlns:a16="http://schemas.microsoft.com/office/drawing/2014/main" id="{0B50BFAE-B7DF-8C1D-51EC-783917BF2FD4}"/>
              </a:ext>
            </a:extLst>
          </p:cNvPr>
          <p:cNvSpPr/>
          <p:nvPr/>
        </p:nvSpPr>
        <p:spPr>
          <a:xfrm rot="10800000">
            <a:off x="749393" y="5047340"/>
            <a:ext cx="1153944" cy="1089891"/>
          </a:xfrm>
          <a:custGeom>
            <a:avLst/>
            <a:gdLst/>
            <a:ahLst/>
            <a:cxnLst/>
            <a:rect l="l" t="t" r="r" b="b"/>
            <a:pathLst>
              <a:path w="1609345" h="2155104" extrusionOk="0">
                <a:moveTo>
                  <a:pt x="1609344" y="2155104"/>
                </a:moveTo>
                <a:lnTo>
                  <a:pt x="0" y="2155104"/>
                </a:lnTo>
                <a:lnTo>
                  <a:pt x="0" y="271440"/>
                </a:lnTo>
                <a:lnTo>
                  <a:pt x="11" y="271440"/>
                </a:lnTo>
                <a:lnTo>
                  <a:pt x="804674" y="0"/>
                </a:lnTo>
                <a:lnTo>
                  <a:pt x="1609336" y="271440"/>
                </a:lnTo>
                <a:lnTo>
                  <a:pt x="1609344" y="271440"/>
                </a:lnTo>
                <a:lnTo>
                  <a:pt x="1609344" y="271443"/>
                </a:lnTo>
                <a:lnTo>
                  <a:pt x="1609345" y="271443"/>
                </a:lnTo>
                <a:lnTo>
                  <a:pt x="1609344" y="2714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203;p4">
            <a:extLst>
              <a:ext uri="{FF2B5EF4-FFF2-40B4-BE49-F238E27FC236}">
                <a16:creationId xmlns:a16="http://schemas.microsoft.com/office/drawing/2014/main" id="{900B0714-5DD6-FAFB-86F1-B8699D6F2BC9}"/>
              </a:ext>
            </a:extLst>
          </p:cNvPr>
          <p:cNvSpPr/>
          <p:nvPr/>
        </p:nvSpPr>
        <p:spPr>
          <a:xfrm>
            <a:off x="861974" y="5183932"/>
            <a:ext cx="928781" cy="8174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800" b="1">
              <a:solidFill>
                <a:srgbClr val="2841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204;p4">
            <a:extLst>
              <a:ext uri="{FF2B5EF4-FFF2-40B4-BE49-F238E27FC236}">
                <a16:creationId xmlns:a16="http://schemas.microsoft.com/office/drawing/2014/main" id="{40CC63FA-E4B8-F6B3-3E0C-8E90C80EE349}"/>
              </a:ext>
            </a:extLst>
          </p:cNvPr>
          <p:cNvSpPr txBox="1">
            <a:spLocks/>
          </p:cNvSpPr>
          <p:nvPr/>
        </p:nvSpPr>
        <p:spPr>
          <a:xfrm>
            <a:off x="2015919" y="5421489"/>
            <a:ext cx="950116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4181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2841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>
              <a:buSzPts val="1800"/>
            </a:pPr>
            <a:r>
              <a:rPr lang="en-US" sz="1800" i="1" kern="0" dirty="0"/>
              <a:t>What requirements must be met for the solution to be feasible?</a:t>
            </a:r>
            <a:endParaRPr lang="en-US" i="1" kern="0" dirty="0"/>
          </a:p>
        </p:txBody>
      </p:sp>
      <p:sp>
        <p:nvSpPr>
          <p:cNvPr id="72" name="Google Shape;217;p4">
            <a:extLst>
              <a:ext uri="{FF2B5EF4-FFF2-40B4-BE49-F238E27FC236}">
                <a16:creationId xmlns:a16="http://schemas.microsoft.com/office/drawing/2014/main" id="{724C1B2E-D75B-7DAE-E3F9-5CD0EDED5C35}"/>
              </a:ext>
            </a:extLst>
          </p:cNvPr>
          <p:cNvSpPr/>
          <p:nvPr/>
        </p:nvSpPr>
        <p:spPr>
          <a:xfrm>
            <a:off x="1903336" y="5049185"/>
            <a:ext cx="91936" cy="92889"/>
          </a:xfrm>
          <a:prstGeom prst="rtTriangle">
            <a:avLst/>
          </a:prstGeom>
          <a:solidFill>
            <a:srgbClr val="436A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Google Shape;201;p4">
            <a:extLst>
              <a:ext uri="{FF2B5EF4-FFF2-40B4-BE49-F238E27FC236}">
                <a16:creationId xmlns:a16="http://schemas.microsoft.com/office/drawing/2014/main" id="{28EF2065-F8E6-5844-DD32-86DACE644959}"/>
              </a:ext>
            </a:extLst>
          </p:cNvPr>
          <p:cNvSpPr/>
          <p:nvPr/>
        </p:nvSpPr>
        <p:spPr>
          <a:xfrm>
            <a:off x="10036628" y="1793"/>
            <a:ext cx="2160000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 30 sec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9982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4C2308-A2A7-5F1E-F665-6BEA08B8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IN" sz="2000"/>
              <a:t>Information flow (Technical)</a:t>
            </a:r>
            <a:endParaRPr lang="en-US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42356-F450-0B08-81BA-CE0E6A26882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740" y="751703"/>
            <a:ext cx="11404348" cy="535491"/>
          </a:xfrm>
        </p:spPr>
        <p:txBody>
          <a:bodyPr/>
          <a:lstStyle/>
          <a:p>
            <a:r>
              <a:rPr lang="en-IN" dirty="0"/>
              <a:t>Provide a </a:t>
            </a:r>
            <a:r>
              <a:rPr lang="en-US" dirty="0"/>
              <a:t>brief overview of your prototype’s technical framework, highlighting key components and illustrating how data flows through the system. It may include some of the below mentioned components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BF8A1-20A4-28FA-76BC-421DC5C936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41313" y="1414802"/>
            <a:ext cx="11407775" cy="4673261"/>
          </a:xfrm>
        </p:spPr>
        <p:txBody>
          <a:bodyPr/>
          <a:lstStyle/>
          <a:p>
            <a:pPr marL="352800" indent="-342000">
              <a:lnSpc>
                <a:spcPct val="100000"/>
              </a:lnSpc>
              <a:spcBef>
                <a:spcPts val="0"/>
              </a:spcBef>
            </a:pPr>
            <a:r>
              <a:rPr lang="en-IN" sz="1800" dirty="0"/>
              <a:t>System Diagram</a:t>
            </a:r>
          </a:p>
          <a:p>
            <a:pPr marL="352800" indent="-342000">
              <a:lnSpc>
                <a:spcPct val="100000"/>
              </a:lnSpc>
              <a:spcBef>
                <a:spcPts val="0"/>
              </a:spcBef>
            </a:pPr>
            <a:r>
              <a:rPr lang="en-IN" sz="1800" dirty="0"/>
              <a:t>Tech stack description</a:t>
            </a:r>
          </a:p>
          <a:p>
            <a:pPr marL="352800" indent="-342000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Data model and design</a:t>
            </a:r>
          </a:p>
          <a:p>
            <a:pPr marL="352800" indent="-342000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Key tools utilized: List any specific libraries or SDKs used (e.g., MOSIP modules) </a:t>
            </a:r>
          </a:p>
        </p:txBody>
      </p:sp>
      <p:sp>
        <p:nvSpPr>
          <p:cNvPr id="6" name="Google Shape;201;p4">
            <a:extLst>
              <a:ext uri="{FF2B5EF4-FFF2-40B4-BE49-F238E27FC236}">
                <a16:creationId xmlns:a16="http://schemas.microsoft.com/office/drawing/2014/main" id="{8BC040F6-7EDC-C60B-CA7A-A2B996CE0717}"/>
              </a:ext>
            </a:extLst>
          </p:cNvPr>
          <p:cNvSpPr/>
          <p:nvPr/>
        </p:nvSpPr>
        <p:spPr>
          <a:xfrm>
            <a:off x="10254343" y="1793"/>
            <a:ext cx="1942488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5892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BB7F8BA5-0E53-8ADA-06FD-BA993738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0C53B1-BC67-070A-66C8-AA5439166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US" sz="2000"/>
              <a:t>User journey flow</a:t>
            </a:r>
          </a:p>
        </p:txBody>
      </p:sp>
      <p:sp>
        <p:nvSpPr>
          <p:cNvPr id="2" name="Google Shape;796;p8">
            <a:extLst>
              <a:ext uri="{FF2B5EF4-FFF2-40B4-BE49-F238E27FC236}">
                <a16:creationId xmlns:a16="http://schemas.microsoft.com/office/drawing/2014/main" id="{8F26E6B6-109C-DBBD-4784-8DF9B2D538F9}"/>
              </a:ext>
            </a:extLst>
          </p:cNvPr>
          <p:cNvSpPr/>
          <p:nvPr/>
        </p:nvSpPr>
        <p:spPr>
          <a:xfrm>
            <a:off x="354010" y="638516"/>
            <a:ext cx="11395078" cy="65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600" b="1" kern="0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Show the detailed step-by-step process for a user using your solution in a real-world scenario using icons/ figures. One dummy example given below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2" name="Google Shape;373;p7">
            <a:extLst>
              <a:ext uri="{FF2B5EF4-FFF2-40B4-BE49-F238E27FC236}">
                <a16:creationId xmlns:a16="http://schemas.microsoft.com/office/drawing/2014/main" id="{B3BF6B48-B115-0D6A-C480-79767140A259}"/>
              </a:ext>
            </a:extLst>
          </p:cNvPr>
          <p:cNvSpPr/>
          <p:nvPr/>
        </p:nvSpPr>
        <p:spPr>
          <a:xfrm>
            <a:off x="489182" y="1347470"/>
            <a:ext cx="724892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36000" bIns="45700" anchor="t" anchorCtr="0">
            <a:spAutoFit/>
          </a:bodyPr>
          <a:lstStyle/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Simon logged in the app. </a:t>
            </a: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He enters his ID credential. </a:t>
            </a: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lang="en-US" i="1" kern="0" dirty="0">
                <a:solidFill>
                  <a:srgbClr val="595959"/>
                </a:solidFill>
                <a:latin typeface="Trebuchet MS"/>
                <a:cs typeface="Arial"/>
                <a:sym typeface="Trebuchet MS"/>
              </a:rPr>
              <a:t>Through face authentication feature he does his verification.</a:t>
            </a: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Lorem </a:t>
            </a:r>
            <a:r>
              <a:rPr kumimoji="0" lang="en-US" b="0" i="1" u="none" strike="noStrike" kern="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epsum</a:t>
            </a:r>
            <a:endParaRPr kumimoji="0" lang="en-US" b="0" i="1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rebuchet MS"/>
              <a:cs typeface="Arial"/>
              <a:sym typeface="Trebuchet MS"/>
            </a:endParaRP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lang="en-US" i="1" kern="0" dirty="0">
                <a:solidFill>
                  <a:srgbClr val="595959"/>
                </a:solidFill>
                <a:latin typeface="Trebuchet MS"/>
                <a:cs typeface="Arial"/>
                <a:sym typeface="Trebuchet MS"/>
              </a:rPr>
              <a:t>Lorem </a:t>
            </a:r>
            <a:r>
              <a:rPr lang="en-US" i="1" kern="0" dirty="0" err="1">
                <a:solidFill>
                  <a:srgbClr val="595959"/>
                </a:solidFill>
                <a:latin typeface="Trebuchet MS"/>
                <a:cs typeface="Arial"/>
                <a:sym typeface="Trebuchet MS"/>
              </a:rPr>
              <a:t>epsum</a:t>
            </a:r>
            <a:endParaRPr lang="en-US" i="1" kern="0" dirty="0">
              <a:solidFill>
                <a:srgbClr val="595959"/>
              </a:solidFill>
              <a:latin typeface="Trebuchet MS"/>
              <a:cs typeface="Arial"/>
              <a:sym typeface="Trebuchet MS"/>
            </a:endParaRP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Lorem </a:t>
            </a:r>
            <a:r>
              <a:rPr kumimoji="0" lang="en-US" b="0" i="1" u="none" strike="noStrike" kern="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epsum</a:t>
            </a:r>
            <a:endParaRPr kumimoji="0" lang="en-US" b="0" i="1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rebuchet MS"/>
              <a:cs typeface="Arial"/>
              <a:sym typeface="Trebuchet MS"/>
            </a:endParaRP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lang="en-US" i="1" kern="0" dirty="0">
                <a:solidFill>
                  <a:srgbClr val="595959"/>
                </a:solidFill>
                <a:latin typeface="Trebuchet MS"/>
                <a:cs typeface="Arial"/>
                <a:sym typeface="Trebuchet MS"/>
              </a:rPr>
              <a:t>Lorem </a:t>
            </a:r>
            <a:r>
              <a:rPr lang="en-US" i="1" kern="0" dirty="0" err="1">
                <a:solidFill>
                  <a:srgbClr val="595959"/>
                </a:solidFill>
                <a:latin typeface="Trebuchet MS"/>
                <a:cs typeface="Arial"/>
                <a:sym typeface="Trebuchet MS"/>
              </a:rPr>
              <a:t>epsum</a:t>
            </a:r>
            <a:endParaRPr lang="en-US" i="1" kern="0" dirty="0">
              <a:solidFill>
                <a:srgbClr val="595959"/>
              </a:solidFill>
              <a:latin typeface="Trebuchet MS"/>
              <a:cs typeface="Arial"/>
              <a:sym typeface="Trebuchet MS"/>
            </a:endParaRPr>
          </a:p>
          <a:p>
            <a:pPr marL="354012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+mj-lt"/>
              <a:buAutoNum type="arabicPeriod"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Lorem </a:t>
            </a:r>
            <a:r>
              <a:rPr kumimoji="0" lang="en-US" b="0" i="1" u="none" strike="noStrike" kern="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epsum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rebuchet MS"/>
                <a:cs typeface="Arial"/>
                <a:sym typeface="Trebuchet MS"/>
              </a:rPr>
              <a:t> </a:t>
            </a:r>
            <a:endParaRPr kumimoji="0" lang="en-US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01;p4">
            <a:extLst>
              <a:ext uri="{FF2B5EF4-FFF2-40B4-BE49-F238E27FC236}">
                <a16:creationId xmlns:a16="http://schemas.microsoft.com/office/drawing/2014/main" id="{E4881F28-4FE0-827E-57A2-BA036FF939DE}"/>
              </a:ext>
            </a:extLst>
          </p:cNvPr>
          <p:cNvSpPr/>
          <p:nvPr/>
        </p:nvSpPr>
        <p:spPr>
          <a:xfrm>
            <a:off x="10036628" y="1793"/>
            <a:ext cx="2160000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 30 sec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245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526B7B74-F3B8-AE6A-46DF-94DA719A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361771-3506-01DB-11FE-E38457B60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424691"/>
          </a:xfrm>
        </p:spPr>
        <p:txBody>
          <a:bodyPr/>
          <a:lstStyle/>
          <a:p>
            <a:r>
              <a:rPr lang="en-US" dirty="0"/>
              <a:t>Potential Impact</a:t>
            </a:r>
          </a:p>
        </p:txBody>
      </p:sp>
      <p:cxnSp>
        <p:nvCxnSpPr>
          <p:cNvPr id="3" name="Google Shape;347;p7">
            <a:extLst>
              <a:ext uri="{FF2B5EF4-FFF2-40B4-BE49-F238E27FC236}">
                <a16:creationId xmlns:a16="http://schemas.microsoft.com/office/drawing/2014/main" id="{DFC0504F-825F-AE07-4736-1595CAB1D3A1}"/>
              </a:ext>
            </a:extLst>
          </p:cNvPr>
          <p:cNvCxnSpPr/>
          <p:nvPr/>
        </p:nvCxnSpPr>
        <p:spPr>
          <a:xfrm>
            <a:off x="2201655" y="2655032"/>
            <a:ext cx="2989466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348;p7">
            <a:extLst>
              <a:ext uri="{FF2B5EF4-FFF2-40B4-BE49-F238E27FC236}">
                <a16:creationId xmlns:a16="http://schemas.microsoft.com/office/drawing/2014/main" id="{4623CE9B-5565-6DDE-E5A9-4CF46D1838A9}"/>
              </a:ext>
            </a:extLst>
          </p:cNvPr>
          <p:cNvCxnSpPr/>
          <p:nvPr/>
        </p:nvCxnSpPr>
        <p:spPr>
          <a:xfrm>
            <a:off x="2201655" y="3956976"/>
            <a:ext cx="2989466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" name="Google Shape;350;p7">
            <a:extLst>
              <a:ext uri="{FF2B5EF4-FFF2-40B4-BE49-F238E27FC236}">
                <a16:creationId xmlns:a16="http://schemas.microsoft.com/office/drawing/2014/main" id="{560AEE30-783F-CAA3-EBA0-0316C677B68C}"/>
              </a:ext>
            </a:extLst>
          </p:cNvPr>
          <p:cNvGrpSpPr/>
          <p:nvPr/>
        </p:nvGrpSpPr>
        <p:grpSpPr>
          <a:xfrm>
            <a:off x="939800" y="1141730"/>
            <a:ext cx="4062099" cy="901700"/>
            <a:chOff x="647700" y="2404110"/>
            <a:chExt cx="4062099" cy="901700"/>
          </a:xfrm>
        </p:grpSpPr>
        <p:sp>
          <p:nvSpPr>
            <p:cNvPr id="6" name="Google Shape;351;p7">
              <a:extLst>
                <a:ext uri="{FF2B5EF4-FFF2-40B4-BE49-F238E27FC236}">
                  <a16:creationId xmlns:a16="http://schemas.microsoft.com/office/drawing/2014/main" id="{8ECCCD27-1D11-DC26-B8C4-2E1488AC8A70}"/>
                </a:ext>
              </a:extLst>
            </p:cNvPr>
            <p:cNvSpPr txBox="1"/>
            <p:nvPr/>
          </p:nvSpPr>
          <p:spPr>
            <a:xfrm>
              <a:off x="1909555" y="2429574"/>
              <a:ext cx="2800244" cy="874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4181"/>
                </a:buClr>
                <a:buSzPts val="3200"/>
                <a:buFont typeface="Arial"/>
                <a:buNone/>
                <a:tabLst/>
                <a:defRPr/>
              </a:pPr>
              <a:r>
                <a:rPr kumimoji="0" lang="en-US" sz="3200" b="1" i="1" u="none" strike="noStrike" kern="0" cap="none" spc="0" normalizeH="0" baseline="0" noProof="0" dirty="0">
                  <a:ln>
                    <a:noFill/>
                  </a:ln>
                  <a:solidFill>
                    <a:srgbClr val="284181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rPr>
                <a:t>20mil</a:t>
              </a:r>
              <a:endPara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  <a:tabLst/>
                <a:defRPr/>
              </a:pPr>
              <a:r>
                <a:rPr lang="en-US" sz="1400" i="1" kern="0" dirty="0">
                  <a:solidFill>
                    <a:srgbClr val="3F3F3F"/>
                  </a:solidFill>
                  <a:latin typeface="Trebuchet MS"/>
                  <a:cs typeface="Arial"/>
                  <a:sym typeface="Trebuchet MS"/>
                </a:rPr>
                <a:t>How many number of people will be impacted by your solution</a:t>
              </a:r>
              <a:endPara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352;p7">
              <a:extLst>
                <a:ext uri="{FF2B5EF4-FFF2-40B4-BE49-F238E27FC236}">
                  <a16:creationId xmlns:a16="http://schemas.microsoft.com/office/drawing/2014/main" id="{DAC06859-A192-AF3B-8E4B-48B0F7383FF1}"/>
                </a:ext>
              </a:extLst>
            </p:cNvPr>
            <p:cNvSpPr/>
            <p:nvPr/>
          </p:nvSpPr>
          <p:spPr>
            <a:xfrm>
              <a:off x="647700" y="2404110"/>
              <a:ext cx="901700" cy="90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rebuchet MS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8" name="Google Shape;353;p7">
              <a:extLst>
                <a:ext uri="{FF2B5EF4-FFF2-40B4-BE49-F238E27FC236}">
                  <a16:creationId xmlns:a16="http://schemas.microsoft.com/office/drawing/2014/main" id="{76926BBB-55DE-4095-B75E-2E02AD8AC370}"/>
                </a:ext>
              </a:extLst>
            </p:cNvPr>
            <p:cNvGrpSpPr/>
            <p:nvPr/>
          </p:nvGrpSpPr>
          <p:grpSpPr>
            <a:xfrm>
              <a:off x="877887" y="2634297"/>
              <a:ext cx="441326" cy="441326"/>
              <a:chOff x="8740775" y="3649663"/>
              <a:chExt cx="285750" cy="285750"/>
            </a:xfrm>
          </p:grpSpPr>
          <p:sp>
            <p:nvSpPr>
              <p:cNvPr id="10" name="Google Shape;354;p7">
                <a:extLst>
                  <a:ext uri="{FF2B5EF4-FFF2-40B4-BE49-F238E27FC236}">
                    <a16:creationId xmlns:a16="http://schemas.microsoft.com/office/drawing/2014/main" id="{BD04432E-29A5-53E2-9BBF-67FA6700743D}"/>
                  </a:ext>
                </a:extLst>
              </p:cNvPr>
              <p:cNvSpPr/>
              <p:nvPr/>
            </p:nvSpPr>
            <p:spPr>
              <a:xfrm>
                <a:off x="8740775" y="3649663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630" h="811" extrusionOk="0">
                    <a:moveTo>
                      <a:pt x="450" y="52"/>
                    </a:moveTo>
                    <a:lnTo>
                      <a:pt x="578" y="180"/>
                    </a:lnTo>
                    <a:lnTo>
                      <a:pt x="450" y="180"/>
                    </a:lnTo>
                    <a:lnTo>
                      <a:pt x="450" y="52"/>
                    </a:lnTo>
                    <a:close/>
                    <a:moveTo>
                      <a:pt x="600" y="356"/>
                    </a:moveTo>
                    <a:lnTo>
                      <a:pt x="630" y="356"/>
                    </a:lnTo>
                    <a:lnTo>
                      <a:pt x="630" y="195"/>
                    </a:lnTo>
                    <a:lnTo>
                      <a:pt x="630" y="193"/>
                    </a:lnTo>
                    <a:lnTo>
                      <a:pt x="629" y="190"/>
                    </a:lnTo>
                    <a:lnTo>
                      <a:pt x="628" y="187"/>
                    </a:lnTo>
                    <a:lnTo>
                      <a:pt x="626" y="185"/>
                    </a:lnTo>
                    <a:lnTo>
                      <a:pt x="446" y="4"/>
                    </a:lnTo>
                    <a:lnTo>
                      <a:pt x="444" y="3"/>
                    </a:lnTo>
                    <a:lnTo>
                      <a:pt x="440" y="2"/>
                    </a:lnTo>
                    <a:lnTo>
                      <a:pt x="438" y="1"/>
                    </a:lnTo>
                    <a:lnTo>
                      <a:pt x="435" y="0"/>
                    </a:lnTo>
                    <a:lnTo>
                      <a:pt x="15" y="0"/>
                    </a:lnTo>
                    <a:lnTo>
                      <a:pt x="11" y="1"/>
                    </a:lnTo>
                    <a:lnTo>
                      <a:pt x="8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796"/>
                    </a:lnTo>
                    <a:lnTo>
                      <a:pt x="0" y="799"/>
                    </a:lnTo>
                    <a:lnTo>
                      <a:pt x="1" y="802"/>
                    </a:lnTo>
                    <a:lnTo>
                      <a:pt x="2" y="804"/>
                    </a:lnTo>
                    <a:lnTo>
                      <a:pt x="4" y="807"/>
                    </a:lnTo>
                    <a:lnTo>
                      <a:pt x="6" y="809"/>
                    </a:lnTo>
                    <a:lnTo>
                      <a:pt x="8" y="810"/>
                    </a:lnTo>
                    <a:lnTo>
                      <a:pt x="11" y="811"/>
                    </a:lnTo>
                    <a:lnTo>
                      <a:pt x="15" y="811"/>
                    </a:lnTo>
                    <a:lnTo>
                      <a:pt x="393" y="811"/>
                    </a:lnTo>
                    <a:lnTo>
                      <a:pt x="393" y="781"/>
                    </a:lnTo>
                    <a:lnTo>
                      <a:pt x="30" y="781"/>
                    </a:lnTo>
                    <a:lnTo>
                      <a:pt x="30" y="30"/>
                    </a:lnTo>
                    <a:lnTo>
                      <a:pt x="420" y="30"/>
                    </a:lnTo>
                    <a:lnTo>
                      <a:pt x="420" y="195"/>
                    </a:lnTo>
                    <a:lnTo>
                      <a:pt x="420" y="199"/>
                    </a:lnTo>
                    <a:lnTo>
                      <a:pt x="421" y="201"/>
                    </a:lnTo>
                    <a:lnTo>
                      <a:pt x="422" y="204"/>
                    </a:lnTo>
                    <a:lnTo>
                      <a:pt x="424" y="206"/>
                    </a:lnTo>
                    <a:lnTo>
                      <a:pt x="427" y="207"/>
                    </a:lnTo>
                    <a:lnTo>
                      <a:pt x="429" y="209"/>
                    </a:lnTo>
                    <a:lnTo>
                      <a:pt x="432" y="209"/>
                    </a:lnTo>
                    <a:lnTo>
                      <a:pt x="435" y="210"/>
                    </a:lnTo>
                    <a:lnTo>
                      <a:pt x="600" y="210"/>
                    </a:lnTo>
                    <a:lnTo>
                      <a:pt x="600" y="3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1" name="Google Shape;355;p7">
                <a:extLst>
                  <a:ext uri="{FF2B5EF4-FFF2-40B4-BE49-F238E27FC236}">
                    <a16:creationId xmlns:a16="http://schemas.microsoft.com/office/drawing/2014/main" id="{57A60770-49D3-9C93-9096-6D5E04EE1203}"/>
                  </a:ext>
                </a:extLst>
              </p:cNvPr>
              <p:cNvSpPr/>
              <p:nvPr/>
            </p:nvSpPr>
            <p:spPr>
              <a:xfrm>
                <a:off x="8883650" y="3792538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51" extrusionOk="0">
                    <a:moveTo>
                      <a:pt x="370" y="361"/>
                    </a:moveTo>
                    <a:lnTo>
                      <a:pt x="342" y="345"/>
                    </a:lnTo>
                    <a:lnTo>
                      <a:pt x="337" y="343"/>
                    </a:lnTo>
                    <a:lnTo>
                      <a:pt x="333" y="343"/>
                    </a:lnTo>
                    <a:lnTo>
                      <a:pt x="329" y="344"/>
                    </a:lnTo>
                    <a:lnTo>
                      <a:pt x="324" y="346"/>
                    </a:lnTo>
                    <a:lnTo>
                      <a:pt x="314" y="354"/>
                    </a:lnTo>
                    <a:lnTo>
                      <a:pt x="302" y="362"/>
                    </a:lnTo>
                    <a:lnTo>
                      <a:pt x="289" y="369"/>
                    </a:lnTo>
                    <a:lnTo>
                      <a:pt x="275" y="375"/>
                    </a:lnTo>
                    <a:lnTo>
                      <a:pt x="272" y="377"/>
                    </a:lnTo>
                    <a:lnTo>
                      <a:pt x="269" y="380"/>
                    </a:lnTo>
                    <a:lnTo>
                      <a:pt x="267" y="384"/>
                    </a:lnTo>
                    <a:lnTo>
                      <a:pt x="266" y="390"/>
                    </a:lnTo>
                    <a:lnTo>
                      <a:pt x="266" y="421"/>
                    </a:lnTo>
                    <a:lnTo>
                      <a:pt x="182" y="421"/>
                    </a:lnTo>
                    <a:lnTo>
                      <a:pt x="182" y="390"/>
                    </a:lnTo>
                    <a:lnTo>
                      <a:pt x="182" y="384"/>
                    </a:lnTo>
                    <a:lnTo>
                      <a:pt x="180" y="380"/>
                    </a:lnTo>
                    <a:lnTo>
                      <a:pt x="177" y="377"/>
                    </a:lnTo>
                    <a:lnTo>
                      <a:pt x="173" y="375"/>
                    </a:lnTo>
                    <a:lnTo>
                      <a:pt x="159" y="369"/>
                    </a:lnTo>
                    <a:lnTo>
                      <a:pt x="146" y="362"/>
                    </a:lnTo>
                    <a:lnTo>
                      <a:pt x="134" y="354"/>
                    </a:lnTo>
                    <a:lnTo>
                      <a:pt x="123" y="346"/>
                    </a:lnTo>
                    <a:lnTo>
                      <a:pt x="119" y="344"/>
                    </a:lnTo>
                    <a:lnTo>
                      <a:pt x="115" y="343"/>
                    </a:lnTo>
                    <a:lnTo>
                      <a:pt x="110" y="343"/>
                    </a:lnTo>
                    <a:lnTo>
                      <a:pt x="106" y="345"/>
                    </a:lnTo>
                    <a:lnTo>
                      <a:pt x="77" y="361"/>
                    </a:lnTo>
                    <a:lnTo>
                      <a:pt x="36" y="289"/>
                    </a:lnTo>
                    <a:lnTo>
                      <a:pt x="63" y="272"/>
                    </a:lnTo>
                    <a:lnTo>
                      <a:pt x="68" y="270"/>
                    </a:lnTo>
                    <a:lnTo>
                      <a:pt x="70" y="266"/>
                    </a:lnTo>
                    <a:lnTo>
                      <a:pt x="71" y="261"/>
                    </a:lnTo>
                    <a:lnTo>
                      <a:pt x="71" y="257"/>
                    </a:lnTo>
                    <a:lnTo>
                      <a:pt x="69" y="242"/>
                    </a:lnTo>
                    <a:lnTo>
                      <a:pt x="69" y="229"/>
                    </a:lnTo>
                    <a:lnTo>
                      <a:pt x="69" y="214"/>
                    </a:lnTo>
                    <a:lnTo>
                      <a:pt x="71" y="200"/>
                    </a:lnTo>
                    <a:lnTo>
                      <a:pt x="71" y="196"/>
                    </a:lnTo>
                    <a:lnTo>
                      <a:pt x="70" y="191"/>
                    </a:lnTo>
                    <a:lnTo>
                      <a:pt x="68" y="186"/>
                    </a:lnTo>
                    <a:lnTo>
                      <a:pt x="63" y="183"/>
                    </a:lnTo>
                    <a:lnTo>
                      <a:pt x="36" y="167"/>
                    </a:lnTo>
                    <a:lnTo>
                      <a:pt x="77" y="95"/>
                    </a:lnTo>
                    <a:lnTo>
                      <a:pt x="106" y="111"/>
                    </a:lnTo>
                    <a:lnTo>
                      <a:pt x="110" y="114"/>
                    </a:lnTo>
                    <a:lnTo>
                      <a:pt x="115" y="114"/>
                    </a:lnTo>
                    <a:lnTo>
                      <a:pt x="119" y="113"/>
                    </a:lnTo>
                    <a:lnTo>
                      <a:pt x="123" y="110"/>
                    </a:lnTo>
                    <a:lnTo>
                      <a:pt x="134" y="102"/>
                    </a:lnTo>
                    <a:lnTo>
                      <a:pt x="146" y="94"/>
                    </a:lnTo>
                    <a:lnTo>
                      <a:pt x="159" y="88"/>
                    </a:lnTo>
                    <a:lnTo>
                      <a:pt x="173" y="81"/>
                    </a:lnTo>
                    <a:lnTo>
                      <a:pt x="177" y="79"/>
                    </a:lnTo>
                    <a:lnTo>
                      <a:pt x="180" y="76"/>
                    </a:lnTo>
                    <a:lnTo>
                      <a:pt x="182" y="73"/>
                    </a:lnTo>
                    <a:lnTo>
                      <a:pt x="182" y="68"/>
                    </a:lnTo>
                    <a:lnTo>
                      <a:pt x="182" y="30"/>
                    </a:lnTo>
                    <a:lnTo>
                      <a:pt x="266" y="30"/>
                    </a:lnTo>
                    <a:lnTo>
                      <a:pt x="266" y="68"/>
                    </a:lnTo>
                    <a:lnTo>
                      <a:pt x="267" y="73"/>
                    </a:lnTo>
                    <a:lnTo>
                      <a:pt x="269" y="76"/>
                    </a:lnTo>
                    <a:lnTo>
                      <a:pt x="272" y="79"/>
                    </a:lnTo>
                    <a:lnTo>
                      <a:pt x="275" y="81"/>
                    </a:lnTo>
                    <a:lnTo>
                      <a:pt x="289" y="88"/>
                    </a:lnTo>
                    <a:lnTo>
                      <a:pt x="302" y="94"/>
                    </a:lnTo>
                    <a:lnTo>
                      <a:pt x="314" y="102"/>
                    </a:lnTo>
                    <a:lnTo>
                      <a:pt x="324" y="110"/>
                    </a:lnTo>
                    <a:lnTo>
                      <a:pt x="329" y="113"/>
                    </a:lnTo>
                    <a:lnTo>
                      <a:pt x="333" y="114"/>
                    </a:lnTo>
                    <a:lnTo>
                      <a:pt x="337" y="114"/>
                    </a:lnTo>
                    <a:lnTo>
                      <a:pt x="342" y="111"/>
                    </a:lnTo>
                    <a:lnTo>
                      <a:pt x="370" y="95"/>
                    </a:lnTo>
                    <a:lnTo>
                      <a:pt x="412" y="167"/>
                    </a:lnTo>
                    <a:lnTo>
                      <a:pt x="383" y="183"/>
                    </a:lnTo>
                    <a:lnTo>
                      <a:pt x="380" y="186"/>
                    </a:lnTo>
                    <a:lnTo>
                      <a:pt x="378" y="191"/>
                    </a:lnTo>
                    <a:lnTo>
                      <a:pt x="376" y="196"/>
                    </a:lnTo>
                    <a:lnTo>
                      <a:pt x="376" y="200"/>
                    </a:lnTo>
                    <a:lnTo>
                      <a:pt x="378" y="214"/>
                    </a:lnTo>
                    <a:lnTo>
                      <a:pt x="379" y="229"/>
                    </a:lnTo>
                    <a:lnTo>
                      <a:pt x="378" y="242"/>
                    </a:lnTo>
                    <a:lnTo>
                      <a:pt x="376" y="257"/>
                    </a:lnTo>
                    <a:lnTo>
                      <a:pt x="376" y="261"/>
                    </a:lnTo>
                    <a:lnTo>
                      <a:pt x="378" y="266"/>
                    </a:lnTo>
                    <a:lnTo>
                      <a:pt x="380" y="270"/>
                    </a:lnTo>
                    <a:lnTo>
                      <a:pt x="383" y="272"/>
                    </a:lnTo>
                    <a:lnTo>
                      <a:pt x="412" y="289"/>
                    </a:lnTo>
                    <a:lnTo>
                      <a:pt x="370" y="361"/>
                    </a:lnTo>
                    <a:close/>
                    <a:moveTo>
                      <a:pt x="440" y="271"/>
                    </a:moveTo>
                    <a:lnTo>
                      <a:pt x="408" y="252"/>
                    </a:lnTo>
                    <a:lnTo>
                      <a:pt x="409" y="240"/>
                    </a:lnTo>
                    <a:lnTo>
                      <a:pt x="409" y="229"/>
                    </a:lnTo>
                    <a:lnTo>
                      <a:pt x="409" y="217"/>
                    </a:lnTo>
                    <a:lnTo>
                      <a:pt x="408" y="205"/>
                    </a:lnTo>
                    <a:lnTo>
                      <a:pt x="440" y="186"/>
                    </a:lnTo>
                    <a:lnTo>
                      <a:pt x="442" y="185"/>
                    </a:lnTo>
                    <a:lnTo>
                      <a:pt x="444" y="182"/>
                    </a:lnTo>
                    <a:lnTo>
                      <a:pt x="446" y="180"/>
                    </a:lnTo>
                    <a:lnTo>
                      <a:pt x="446" y="178"/>
                    </a:lnTo>
                    <a:lnTo>
                      <a:pt x="448" y="175"/>
                    </a:lnTo>
                    <a:lnTo>
                      <a:pt x="448" y="171"/>
                    </a:lnTo>
                    <a:lnTo>
                      <a:pt x="446" y="168"/>
                    </a:lnTo>
                    <a:lnTo>
                      <a:pt x="445" y="166"/>
                    </a:lnTo>
                    <a:lnTo>
                      <a:pt x="389" y="68"/>
                    </a:lnTo>
                    <a:lnTo>
                      <a:pt x="387" y="65"/>
                    </a:lnTo>
                    <a:lnTo>
                      <a:pt x="384" y="63"/>
                    </a:lnTo>
                    <a:lnTo>
                      <a:pt x="382" y="61"/>
                    </a:lnTo>
                    <a:lnTo>
                      <a:pt x="379" y="60"/>
                    </a:lnTo>
                    <a:lnTo>
                      <a:pt x="377" y="60"/>
                    </a:lnTo>
                    <a:lnTo>
                      <a:pt x="374" y="60"/>
                    </a:lnTo>
                    <a:lnTo>
                      <a:pt x="370" y="61"/>
                    </a:lnTo>
                    <a:lnTo>
                      <a:pt x="368" y="62"/>
                    </a:lnTo>
                    <a:lnTo>
                      <a:pt x="336" y="80"/>
                    </a:lnTo>
                    <a:lnTo>
                      <a:pt x="327" y="74"/>
                    </a:lnTo>
                    <a:lnTo>
                      <a:pt x="317" y="68"/>
                    </a:lnTo>
                    <a:lnTo>
                      <a:pt x="306" y="62"/>
                    </a:lnTo>
                    <a:lnTo>
                      <a:pt x="296" y="58"/>
                    </a:lnTo>
                    <a:lnTo>
                      <a:pt x="296" y="15"/>
                    </a:lnTo>
                    <a:lnTo>
                      <a:pt x="296" y="13"/>
                    </a:lnTo>
                    <a:lnTo>
                      <a:pt x="295" y="10"/>
                    </a:lnTo>
                    <a:lnTo>
                      <a:pt x="293" y="8"/>
                    </a:lnTo>
                    <a:lnTo>
                      <a:pt x="291" y="5"/>
                    </a:lnTo>
                    <a:lnTo>
                      <a:pt x="289" y="3"/>
                    </a:lnTo>
                    <a:lnTo>
                      <a:pt x="287" y="1"/>
                    </a:lnTo>
                    <a:lnTo>
                      <a:pt x="284" y="1"/>
                    </a:lnTo>
                    <a:lnTo>
                      <a:pt x="281" y="0"/>
                    </a:lnTo>
                    <a:lnTo>
                      <a:pt x="167" y="0"/>
                    </a:lnTo>
                    <a:lnTo>
                      <a:pt x="164" y="1"/>
                    </a:lnTo>
                    <a:lnTo>
                      <a:pt x="162" y="1"/>
                    </a:lnTo>
                    <a:lnTo>
                      <a:pt x="159" y="3"/>
                    </a:lnTo>
                    <a:lnTo>
                      <a:pt x="156" y="5"/>
                    </a:lnTo>
                    <a:lnTo>
                      <a:pt x="155" y="8"/>
                    </a:lnTo>
                    <a:lnTo>
                      <a:pt x="153" y="10"/>
                    </a:lnTo>
                    <a:lnTo>
                      <a:pt x="152" y="13"/>
                    </a:lnTo>
                    <a:lnTo>
                      <a:pt x="152" y="15"/>
                    </a:lnTo>
                    <a:lnTo>
                      <a:pt x="152" y="58"/>
                    </a:lnTo>
                    <a:lnTo>
                      <a:pt x="143" y="61"/>
                    </a:lnTo>
                    <a:lnTo>
                      <a:pt x="133" y="66"/>
                    </a:lnTo>
                    <a:lnTo>
                      <a:pt x="122" y="73"/>
                    </a:lnTo>
                    <a:lnTo>
                      <a:pt x="112" y="80"/>
                    </a:lnTo>
                    <a:lnTo>
                      <a:pt x="79" y="62"/>
                    </a:lnTo>
                    <a:lnTo>
                      <a:pt x="76" y="61"/>
                    </a:lnTo>
                    <a:lnTo>
                      <a:pt x="74" y="60"/>
                    </a:lnTo>
                    <a:lnTo>
                      <a:pt x="71" y="60"/>
                    </a:lnTo>
                    <a:lnTo>
                      <a:pt x="68" y="60"/>
                    </a:lnTo>
                    <a:lnTo>
                      <a:pt x="66" y="61"/>
                    </a:lnTo>
                    <a:lnTo>
                      <a:pt x="62" y="63"/>
                    </a:lnTo>
                    <a:lnTo>
                      <a:pt x="60" y="65"/>
                    </a:lnTo>
                    <a:lnTo>
                      <a:pt x="59" y="68"/>
                    </a:lnTo>
                    <a:lnTo>
                      <a:pt x="2" y="166"/>
                    </a:lnTo>
                    <a:lnTo>
                      <a:pt x="0" y="168"/>
                    </a:lnTo>
                    <a:lnTo>
                      <a:pt x="0" y="171"/>
                    </a:lnTo>
                    <a:lnTo>
                      <a:pt x="0" y="175"/>
                    </a:lnTo>
                    <a:lnTo>
                      <a:pt x="0" y="178"/>
                    </a:lnTo>
                    <a:lnTo>
                      <a:pt x="1" y="180"/>
                    </a:lnTo>
                    <a:lnTo>
                      <a:pt x="2" y="182"/>
                    </a:lnTo>
                    <a:lnTo>
                      <a:pt x="5" y="185"/>
                    </a:lnTo>
                    <a:lnTo>
                      <a:pt x="8" y="186"/>
                    </a:lnTo>
                    <a:lnTo>
                      <a:pt x="40" y="205"/>
                    </a:lnTo>
                    <a:lnTo>
                      <a:pt x="39" y="217"/>
                    </a:lnTo>
                    <a:lnTo>
                      <a:pt x="38" y="229"/>
                    </a:lnTo>
                    <a:lnTo>
                      <a:pt x="39" y="240"/>
                    </a:lnTo>
                    <a:lnTo>
                      <a:pt x="40" y="252"/>
                    </a:lnTo>
                    <a:lnTo>
                      <a:pt x="8" y="271"/>
                    </a:lnTo>
                    <a:lnTo>
                      <a:pt x="5" y="272"/>
                    </a:lnTo>
                    <a:lnTo>
                      <a:pt x="2" y="274"/>
                    </a:lnTo>
                    <a:lnTo>
                      <a:pt x="1" y="276"/>
                    </a:lnTo>
                    <a:lnTo>
                      <a:pt x="0" y="278"/>
                    </a:lnTo>
                    <a:lnTo>
                      <a:pt x="0" y="282"/>
                    </a:lnTo>
                    <a:lnTo>
                      <a:pt x="0" y="285"/>
                    </a:lnTo>
                    <a:lnTo>
                      <a:pt x="0" y="287"/>
                    </a:lnTo>
                    <a:lnTo>
                      <a:pt x="1" y="290"/>
                    </a:lnTo>
                    <a:lnTo>
                      <a:pt x="59" y="390"/>
                    </a:lnTo>
                    <a:lnTo>
                      <a:pt x="60" y="392"/>
                    </a:lnTo>
                    <a:lnTo>
                      <a:pt x="62" y="394"/>
                    </a:lnTo>
                    <a:lnTo>
                      <a:pt x="66" y="395"/>
                    </a:lnTo>
                    <a:lnTo>
                      <a:pt x="68" y="396"/>
                    </a:lnTo>
                    <a:lnTo>
                      <a:pt x="71" y="396"/>
                    </a:lnTo>
                    <a:lnTo>
                      <a:pt x="73" y="396"/>
                    </a:lnTo>
                    <a:lnTo>
                      <a:pt x="76" y="395"/>
                    </a:lnTo>
                    <a:lnTo>
                      <a:pt x="79" y="394"/>
                    </a:lnTo>
                    <a:lnTo>
                      <a:pt x="112" y="376"/>
                    </a:lnTo>
                    <a:lnTo>
                      <a:pt x="122" y="383"/>
                    </a:lnTo>
                    <a:lnTo>
                      <a:pt x="133" y="390"/>
                    </a:lnTo>
                    <a:lnTo>
                      <a:pt x="143" y="394"/>
                    </a:lnTo>
                    <a:lnTo>
                      <a:pt x="152" y="398"/>
                    </a:lnTo>
                    <a:lnTo>
                      <a:pt x="152" y="436"/>
                    </a:lnTo>
                    <a:lnTo>
                      <a:pt x="152" y="439"/>
                    </a:lnTo>
                    <a:lnTo>
                      <a:pt x="153" y="442"/>
                    </a:lnTo>
                    <a:lnTo>
                      <a:pt x="155" y="444"/>
                    </a:lnTo>
                    <a:lnTo>
                      <a:pt x="156" y="446"/>
                    </a:lnTo>
                    <a:lnTo>
                      <a:pt x="159" y="449"/>
                    </a:lnTo>
                    <a:lnTo>
                      <a:pt x="162" y="450"/>
                    </a:lnTo>
                    <a:lnTo>
                      <a:pt x="164" y="451"/>
                    </a:lnTo>
                    <a:lnTo>
                      <a:pt x="167" y="451"/>
                    </a:lnTo>
                    <a:lnTo>
                      <a:pt x="281" y="451"/>
                    </a:lnTo>
                    <a:lnTo>
                      <a:pt x="284" y="451"/>
                    </a:lnTo>
                    <a:lnTo>
                      <a:pt x="287" y="450"/>
                    </a:lnTo>
                    <a:lnTo>
                      <a:pt x="289" y="449"/>
                    </a:lnTo>
                    <a:lnTo>
                      <a:pt x="291" y="446"/>
                    </a:lnTo>
                    <a:lnTo>
                      <a:pt x="293" y="444"/>
                    </a:lnTo>
                    <a:lnTo>
                      <a:pt x="295" y="442"/>
                    </a:lnTo>
                    <a:lnTo>
                      <a:pt x="296" y="439"/>
                    </a:lnTo>
                    <a:lnTo>
                      <a:pt x="296" y="436"/>
                    </a:lnTo>
                    <a:lnTo>
                      <a:pt x="296" y="398"/>
                    </a:lnTo>
                    <a:lnTo>
                      <a:pt x="306" y="394"/>
                    </a:lnTo>
                    <a:lnTo>
                      <a:pt x="317" y="389"/>
                    </a:lnTo>
                    <a:lnTo>
                      <a:pt x="327" y="382"/>
                    </a:lnTo>
                    <a:lnTo>
                      <a:pt x="336" y="376"/>
                    </a:lnTo>
                    <a:lnTo>
                      <a:pt x="368" y="394"/>
                    </a:lnTo>
                    <a:lnTo>
                      <a:pt x="370" y="396"/>
                    </a:lnTo>
                    <a:lnTo>
                      <a:pt x="374" y="396"/>
                    </a:lnTo>
                    <a:lnTo>
                      <a:pt x="377" y="396"/>
                    </a:lnTo>
                    <a:lnTo>
                      <a:pt x="380" y="395"/>
                    </a:lnTo>
                    <a:lnTo>
                      <a:pt x="382" y="395"/>
                    </a:lnTo>
                    <a:lnTo>
                      <a:pt x="384" y="394"/>
                    </a:lnTo>
                    <a:lnTo>
                      <a:pt x="387" y="392"/>
                    </a:lnTo>
                    <a:lnTo>
                      <a:pt x="389" y="390"/>
                    </a:lnTo>
                    <a:lnTo>
                      <a:pt x="445" y="290"/>
                    </a:lnTo>
                    <a:lnTo>
                      <a:pt x="446" y="287"/>
                    </a:lnTo>
                    <a:lnTo>
                      <a:pt x="448" y="285"/>
                    </a:lnTo>
                    <a:lnTo>
                      <a:pt x="448" y="282"/>
                    </a:lnTo>
                    <a:lnTo>
                      <a:pt x="448" y="278"/>
                    </a:lnTo>
                    <a:lnTo>
                      <a:pt x="446" y="276"/>
                    </a:lnTo>
                    <a:lnTo>
                      <a:pt x="444" y="274"/>
                    </a:lnTo>
                    <a:lnTo>
                      <a:pt x="442" y="272"/>
                    </a:lnTo>
                    <a:lnTo>
                      <a:pt x="440" y="27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2" name="Google Shape;356;p7">
                <a:extLst>
                  <a:ext uri="{FF2B5EF4-FFF2-40B4-BE49-F238E27FC236}">
                    <a16:creationId xmlns:a16="http://schemas.microsoft.com/office/drawing/2014/main" id="{1D0A4629-54EF-B961-34BD-2644BB9B9A6C}"/>
                  </a:ext>
                </a:extLst>
              </p:cNvPr>
              <p:cNvSpPr/>
              <p:nvPr/>
            </p:nvSpPr>
            <p:spPr>
              <a:xfrm>
                <a:off x="8926513" y="38369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1" extrusionOk="0">
                    <a:moveTo>
                      <a:pt x="90" y="151"/>
                    </a:moveTo>
                    <a:lnTo>
                      <a:pt x="83" y="150"/>
                    </a:lnTo>
                    <a:lnTo>
                      <a:pt x="77" y="150"/>
                    </a:lnTo>
                    <a:lnTo>
                      <a:pt x="72" y="148"/>
                    </a:lnTo>
                    <a:lnTo>
                      <a:pt x="66" y="146"/>
                    </a:lnTo>
                    <a:lnTo>
                      <a:pt x="61" y="144"/>
                    </a:lnTo>
                    <a:lnTo>
                      <a:pt x="56" y="140"/>
                    </a:lnTo>
                    <a:lnTo>
                      <a:pt x="51" y="137"/>
                    </a:lnTo>
                    <a:lnTo>
                      <a:pt x="47" y="133"/>
                    </a:lnTo>
                    <a:lnTo>
                      <a:pt x="43" y="129"/>
                    </a:lnTo>
                    <a:lnTo>
                      <a:pt x="40" y="124"/>
                    </a:lnTo>
                    <a:lnTo>
                      <a:pt x="36" y="119"/>
                    </a:lnTo>
                    <a:lnTo>
                      <a:pt x="34" y="114"/>
                    </a:lnTo>
                    <a:lnTo>
                      <a:pt x="32" y="108"/>
                    </a:lnTo>
                    <a:lnTo>
                      <a:pt x="31" y="103"/>
                    </a:lnTo>
                    <a:lnTo>
                      <a:pt x="30" y="97"/>
                    </a:lnTo>
                    <a:lnTo>
                      <a:pt x="30" y="91"/>
                    </a:lnTo>
                    <a:lnTo>
                      <a:pt x="30" y="85"/>
                    </a:lnTo>
                    <a:lnTo>
                      <a:pt x="31" y="78"/>
                    </a:lnTo>
                    <a:lnTo>
                      <a:pt x="32" y="73"/>
                    </a:lnTo>
                    <a:lnTo>
                      <a:pt x="34" y="68"/>
                    </a:lnTo>
                    <a:lnTo>
                      <a:pt x="36" y="62"/>
                    </a:lnTo>
                    <a:lnTo>
                      <a:pt x="40" y="57"/>
                    </a:lnTo>
                    <a:lnTo>
                      <a:pt x="43" y="53"/>
                    </a:lnTo>
                    <a:lnTo>
                      <a:pt x="47" y="48"/>
                    </a:lnTo>
                    <a:lnTo>
                      <a:pt x="51" y="44"/>
                    </a:lnTo>
                    <a:lnTo>
                      <a:pt x="56" y="41"/>
                    </a:lnTo>
                    <a:lnTo>
                      <a:pt x="61" y="38"/>
                    </a:lnTo>
                    <a:lnTo>
                      <a:pt x="66" y="36"/>
                    </a:lnTo>
                    <a:lnTo>
                      <a:pt x="72" y="33"/>
                    </a:lnTo>
                    <a:lnTo>
                      <a:pt x="77" y="32"/>
                    </a:lnTo>
                    <a:lnTo>
                      <a:pt x="83" y="31"/>
                    </a:lnTo>
                    <a:lnTo>
                      <a:pt x="90" y="30"/>
                    </a:lnTo>
                    <a:lnTo>
                      <a:pt x="95" y="31"/>
                    </a:lnTo>
                    <a:lnTo>
                      <a:pt x="102" y="32"/>
                    </a:lnTo>
                    <a:lnTo>
                      <a:pt x="107" y="33"/>
                    </a:lnTo>
                    <a:lnTo>
                      <a:pt x="113" y="36"/>
                    </a:lnTo>
                    <a:lnTo>
                      <a:pt x="118" y="38"/>
                    </a:lnTo>
                    <a:lnTo>
                      <a:pt x="123" y="41"/>
                    </a:lnTo>
                    <a:lnTo>
                      <a:pt x="127" y="44"/>
                    </a:lnTo>
                    <a:lnTo>
                      <a:pt x="132" y="48"/>
                    </a:lnTo>
                    <a:lnTo>
                      <a:pt x="136" y="53"/>
                    </a:lnTo>
                    <a:lnTo>
                      <a:pt x="139" y="57"/>
                    </a:lnTo>
                    <a:lnTo>
                      <a:pt x="142" y="62"/>
                    </a:lnTo>
                    <a:lnTo>
                      <a:pt x="144" y="68"/>
                    </a:lnTo>
                    <a:lnTo>
                      <a:pt x="147" y="73"/>
                    </a:lnTo>
                    <a:lnTo>
                      <a:pt x="149" y="78"/>
                    </a:lnTo>
                    <a:lnTo>
                      <a:pt x="150" y="85"/>
                    </a:lnTo>
                    <a:lnTo>
                      <a:pt x="150" y="91"/>
                    </a:lnTo>
                    <a:lnTo>
                      <a:pt x="150" y="97"/>
                    </a:lnTo>
                    <a:lnTo>
                      <a:pt x="149" y="103"/>
                    </a:lnTo>
                    <a:lnTo>
                      <a:pt x="147" y="108"/>
                    </a:lnTo>
                    <a:lnTo>
                      <a:pt x="144" y="114"/>
                    </a:lnTo>
                    <a:lnTo>
                      <a:pt x="142" y="119"/>
                    </a:lnTo>
                    <a:lnTo>
                      <a:pt x="139" y="124"/>
                    </a:lnTo>
                    <a:lnTo>
                      <a:pt x="136" y="129"/>
                    </a:lnTo>
                    <a:lnTo>
                      <a:pt x="132" y="133"/>
                    </a:lnTo>
                    <a:lnTo>
                      <a:pt x="127" y="137"/>
                    </a:lnTo>
                    <a:lnTo>
                      <a:pt x="123" y="140"/>
                    </a:lnTo>
                    <a:lnTo>
                      <a:pt x="118" y="144"/>
                    </a:lnTo>
                    <a:lnTo>
                      <a:pt x="113" y="146"/>
                    </a:lnTo>
                    <a:lnTo>
                      <a:pt x="107" y="148"/>
                    </a:lnTo>
                    <a:lnTo>
                      <a:pt x="102" y="150"/>
                    </a:lnTo>
                    <a:lnTo>
                      <a:pt x="95" y="150"/>
                    </a:lnTo>
                    <a:lnTo>
                      <a:pt x="90" y="151"/>
                    </a:lnTo>
                    <a:close/>
                    <a:moveTo>
                      <a:pt x="90" y="0"/>
                    </a:moveTo>
                    <a:lnTo>
                      <a:pt x="80" y="1"/>
                    </a:lnTo>
                    <a:lnTo>
                      <a:pt x="72" y="2"/>
                    </a:lnTo>
                    <a:lnTo>
                      <a:pt x="63" y="4"/>
                    </a:lnTo>
                    <a:lnTo>
                      <a:pt x="55" y="8"/>
                    </a:lnTo>
                    <a:lnTo>
                      <a:pt x="47" y="12"/>
                    </a:lnTo>
                    <a:lnTo>
                      <a:pt x="40" y="16"/>
                    </a:lnTo>
                    <a:lnTo>
                      <a:pt x="32" y="22"/>
                    </a:lnTo>
                    <a:lnTo>
                      <a:pt x="26" y="27"/>
                    </a:lnTo>
                    <a:lnTo>
                      <a:pt x="20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1" y="108"/>
                    </a:lnTo>
                    <a:lnTo>
                      <a:pt x="3" y="118"/>
                    </a:lnTo>
                    <a:lnTo>
                      <a:pt x="6" y="125"/>
                    </a:lnTo>
                    <a:lnTo>
                      <a:pt x="11" y="134"/>
                    </a:lnTo>
                    <a:lnTo>
                      <a:pt x="15" y="141"/>
                    </a:lnTo>
                    <a:lnTo>
                      <a:pt x="20" y="148"/>
                    </a:lnTo>
                    <a:lnTo>
                      <a:pt x="26" y="154"/>
                    </a:lnTo>
                    <a:lnTo>
                      <a:pt x="32" y="161"/>
                    </a:lnTo>
                    <a:lnTo>
                      <a:pt x="40" y="165"/>
                    </a:lnTo>
                    <a:lnTo>
                      <a:pt x="47" y="170"/>
                    </a:lnTo>
                    <a:lnTo>
                      <a:pt x="55" y="174"/>
                    </a:lnTo>
                    <a:lnTo>
                      <a:pt x="63" y="177"/>
                    </a:lnTo>
                    <a:lnTo>
                      <a:pt x="72" y="179"/>
                    </a:lnTo>
                    <a:lnTo>
                      <a:pt x="80" y="180"/>
                    </a:lnTo>
                    <a:lnTo>
                      <a:pt x="90" y="181"/>
                    </a:lnTo>
                    <a:lnTo>
                      <a:pt x="98" y="180"/>
                    </a:lnTo>
                    <a:lnTo>
                      <a:pt x="108" y="179"/>
                    </a:lnTo>
                    <a:lnTo>
                      <a:pt x="117" y="177"/>
                    </a:lnTo>
                    <a:lnTo>
                      <a:pt x="124" y="174"/>
                    </a:lnTo>
                    <a:lnTo>
                      <a:pt x="133" y="170"/>
                    </a:lnTo>
                    <a:lnTo>
                      <a:pt x="140" y="165"/>
                    </a:lnTo>
                    <a:lnTo>
                      <a:pt x="147" y="160"/>
                    </a:lnTo>
                    <a:lnTo>
                      <a:pt x="153" y="154"/>
                    </a:lnTo>
                    <a:lnTo>
                      <a:pt x="159" y="148"/>
                    </a:lnTo>
                    <a:lnTo>
                      <a:pt x="165" y="141"/>
                    </a:lnTo>
                    <a:lnTo>
                      <a:pt x="169" y="134"/>
                    </a:lnTo>
                    <a:lnTo>
                      <a:pt x="172" y="125"/>
                    </a:lnTo>
                    <a:lnTo>
                      <a:pt x="176" y="118"/>
                    </a:lnTo>
                    <a:lnTo>
                      <a:pt x="178" y="109"/>
                    </a:lnTo>
                    <a:lnTo>
                      <a:pt x="180" y="100"/>
                    </a:lnTo>
                    <a:lnTo>
                      <a:pt x="180" y="91"/>
                    </a:lnTo>
                    <a:lnTo>
                      <a:pt x="180" y="82"/>
                    </a:lnTo>
                    <a:lnTo>
                      <a:pt x="178" y="73"/>
                    </a:lnTo>
                    <a:lnTo>
                      <a:pt x="176" y="64"/>
                    </a:lnTo>
                    <a:lnTo>
                      <a:pt x="172" y="56"/>
                    </a:lnTo>
                    <a:lnTo>
                      <a:pt x="169" y="48"/>
                    </a:lnTo>
                    <a:lnTo>
                      <a:pt x="165" y="41"/>
                    </a:lnTo>
                    <a:lnTo>
                      <a:pt x="159" y="33"/>
                    </a:lnTo>
                    <a:lnTo>
                      <a:pt x="153" y="27"/>
                    </a:lnTo>
                    <a:lnTo>
                      <a:pt x="147" y="22"/>
                    </a:lnTo>
                    <a:lnTo>
                      <a:pt x="140" y="16"/>
                    </a:lnTo>
                    <a:lnTo>
                      <a:pt x="133" y="12"/>
                    </a:lnTo>
                    <a:lnTo>
                      <a:pt x="124" y="8"/>
                    </a:lnTo>
                    <a:lnTo>
                      <a:pt x="117" y="4"/>
                    </a:lnTo>
                    <a:lnTo>
                      <a:pt x="108" y="2"/>
                    </a:lnTo>
                    <a:lnTo>
                      <a:pt x="98" y="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grpSp>
        <p:nvGrpSpPr>
          <p:cNvPr id="13" name="Google Shape;357;p7">
            <a:extLst>
              <a:ext uri="{FF2B5EF4-FFF2-40B4-BE49-F238E27FC236}">
                <a16:creationId xmlns:a16="http://schemas.microsoft.com/office/drawing/2014/main" id="{B103F2E4-4A14-37E9-BB56-0C5508F9CF04}"/>
              </a:ext>
            </a:extLst>
          </p:cNvPr>
          <p:cNvGrpSpPr/>
          <p:nvPr/>
        </p:nvGrpSpPr>
        <p:grpSpPr>
          <a:xfrm>
            <a:off x="939800" y="2653518"/>
            <a:ext cx="4062099" cy="1304973"/>
            <a:chOff x="647700" y="3504418"/>
            <a:chExt cx="4062099" cy="1304973"/>
          </a:xfrm>
        </p:grpSpPr>
        <p:sp>
          <p:nvSpPr>
            <p:cNvPr id="14" name="Google Shape;358;p7">
              <a:extLst>
                <a:ext uri="{FF2B5EF4-FFF2-40B4-BE49-F238E27FC236}">
                  <a16:creationId xmlns:a16="http://schemas.microsoft.com/office/drawing/2014/main" id="{1D07AE03-FA4A-A86C-434B-B175D9CE383F}"/>
                </a:ext>
              </a:extLst>
            </p:cNvPr>
            <p:cNvSpPr txBox="1"/>
            <p:nvPr/>
          </p:nvSpPr>
          <p:spPr>
            <a:xfrm>
              <a:off x="1909555" y="3504418"/>
              <a:ext cx="2800244" cy="13049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FDF"/>
                </a:buClr>
                <a:buSzPts val="3200"/>
                <a:buFont typeface="Arial"/>
                <a:buNone/>
                <a:tabLst/>
                <a:defRPr/>
              </a:pPr>
              <a:r>
                <a:rPr kumimoji="0" lang="en-US" sz="3200" b="1" i="1" u="none" strike="noStrike" kern="0" cap="none" spc="0" normalizeH="0" baseline="0" noProof="0">
                  <a:ln>
                    <a:noFill/>
                  </a:ln>
                  <a:solidFill>
                    <a:srgbClr val="00BFDF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rPr>
                <a:t>35%</a:t>
              </a:r>
              <a:endParaRPr kumimoji="0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  <a:tabLst/>
                <a:defRPr/>
              </a:pPr>
              <a:r>
                <a:rPr lang="en-US" sz="1400" i="1" kern="0">
                  <a:solidFill>
                    <a:srgbClr val="3F3F3F"/>
                  </a:solidFill>
                  <a:latin typeface="Trebuchet MS"/>
                  <a:cs typeface="Arial"/>
                  <a:sym typeface="Trebuchet MS"/>
                </a:rPr>
                <a:t>Does the solution cater to any specific user group e.g. women, farmers, refugee, etc. Estimate key figure</a:t>
              </a:r>
              <a:endParaRPr kumimoji="0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359;p7">
              <a:extLst>
                <a:ext uri="{FF2B5EF4-FFF2-40B4-BE49-F238E27FC236}">
                  <a16:creationId xmlns:a16="http://schemas.microsoft.com/office/drawing/2014/main" id="{00247055-3975-3AC0-65BD-3DE78E6D4865}"/>
                </a:ext>
              </a:extLst>
            </p:cNvPr>
            <p:cNvSpPr/>
            <p:nvPr/>
          </p:nvSpPr>
          <p:spPr>
            <a:xfrm>
              <a:off x="647700" y="3706054"/>
              <a:ext cx="901700" cy="90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rebuchet MS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16" name="Google Shape;360;p7">
              <a:extLst>
                <a:ext uri="{FF2B5EF4-FFF2-40B4-BE49-F238E27FC236}">
                  <a16:creationId xmlns:a16="http://schemas.microsoft.com/office/drawing/2014/main" id="{D8158E5B-30A0-6CEE-39E2-F3D7C557E20E}"/>
                </a:ext>
              </a:extLst>
            </p:cNvPr>
            <p:cNvGrpSpPr/>
            <p:nvPr/>
          </p:nvGrpSpPr>
          <p:grpSpPr>
            <a:xfrm>
              <a:off x="877887" y="3935015"/>
              <a:ext cx="441326" cy="443778"/>
              <a:chOff x="10455275" y="2498725"/>
              <a:chExt cx="285750" cy="287338"/>
            </a:xfrm>
          </p:grpSpPr>
          <p:sp>
            <p:nvSpPr>
              <p:cNvPr id="17" name="Google Shape;361;p7">
                <a:extLst>
                  <a:ext uri="{FF2B5EF4-FFF2-40B4-BE49-F238E27FC236}">
                    <a16:creationId xmlns:a16="http://schemas.microsoft.com/office/drawing/2014/main" id="{F4665899-795C-F39F-69EB-0BF52236C826}"/>
                  </a:ext>
                </a:extLst>
              </p:cNvPr>
              <p:cNvSpPr/>
              <p:nvPr/>
            </p:nvSpPr>
            <p:spPr>
              <a:xfrm>
                <a:off x="10455275" y="2593975"/>
                <a:ext cx="285750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903" h="601" extrusionOk="0">
                    <a:moveTo>
                      <a:pt x="722" y="571"/>
                    </a:moveTo>
                    <a:lnTo>
                      <a:pt x="722" y="30"/>
                    </a:lnTo>
                    <a:lnTo>
                      <a:pt x="812" y="30"/>
                    </a:lnTo>
                    <a:lnTo>
                      <a:pt x="812" y="571"/>
                    </a:lnTo>
                    <a:lnTo>
                      <a:pt x="722" y="571"/>
                    </a:lnTo>
                    <a:close/>
                    <a:moveTo>
                      <a:pt x="512" y="571"/>
                    </a:moveTo>
                    <a:lnTo>
                      <a:pt x="512" y="300"/>
                    </a:lnTo>
                    <a:lnTo>
                      <a:pt x="602" y="300"/>
                    </a:lnTo>
                    <a:lnTo>
                      <a:pt x="602" y="571"/>
                    </a:lnTo>
                    <a:lnTo>
                      <a:pt x="512" y="571"/>
                    </a:lnTo>
                    <a:close/>
                    <a:moveTo>
                      <a:pt x="301" y="571"/>
                    </a:moveTo>
                    <a:lnTo>
                      <a:pt x="301" y="210"/>
                    </a:lnTo>
                    <a:lnTo>
                      <a:pt x="391" y="210"/>
                    </a:lnTo>
                    <a:lnTo>
                      <a:pt x="391" y="571"/>
                    </a:lnTo>
                    <a:lnTo>
                      <a:pt x="301" y="571"/>
                    </a:lnTo>
                    <a:close/>
                    <a:moveTo>
                      <a:pt x="91" y="571"/>
                    </a:moveTo>
                    <a:lnTo>
                      <a:pt x="91" y="421"/>
                    </a:lnTo>
                    <a:lnTo>
                      <a:pt x="181" y="421"/>
                    </a:lnTo>
                    <a:lnTo>
                      <a:pt x="181" y="571"/>
                    </a:lnTo>
                    <a:lnTo>
                      <a:pt x="91" y="571"/>
                    </a:lnTo>
                    <a:close/>
                    <a:moveTo>
                      <a:pt x="888" y="571"/>
                    </a:moveTo>
                    <a:lnTo>
                      <a:pt x="842" y="571"/>
                    </a:lnTo>
                    <a:lnTo>
                      <a:pt x="842" y="15"/>
                    </a:lnTo>
                    <a:lnTo>
                      <a:pt x="842" y="12"/>
                    </a:lnTo>
                    <a:lnTo>
                      <a:pt x="841" y="9"/>
                    </a:lnTo>
                    <a:lnTo>
                      <a:pt x="840" y="7"/>
                    </a:lnTo>
                    <a:lnTo>
                      <a:pt x="838" y="5"/>
                    </a:lnTo>
                    <a:lnTo>
                      <a:pt x="836" y="3"/>
                    </a:lnTo>
                    <a:lnTo>
                      <a:pt x="833" y="1"/>
                    </a:lnTo>
                    <a:lnTo>
                      <a:pt x="830" y="0"/>
                    </a:lnTo>
                    <a:lnTo>
                      <a:pt x="827" y="0"/>
                    </a:lnTo>
                    <a:lnTo>
                      <a:pt x="707" y="0"/>
                    </a:lnTo>
                    <a:lnTo>
                      <a:pt x="704" y="0"/>
                    </a:lnTo>
                    <a:lnTo>
                      <a:pt x="702" y="1"/>
                    </a:lnTo>
                    <a:lnTo>
                      <a:pt x="698" y="3"/>
                    </a:lnTo>
                    <a:lnTo>
                      <a:pt x="696" y="5"/>
                    </a:lnTo>
                    <a:lnTo>
                      <a:pt x="694" y="7"/>
                    </a:lnTo>
                    <a:lnTo>
                      <a:pt x="693" y="9"/>
                    </a:lnTo>
                    <a:lnTo>
                      <a:pt x="692" y="12"/>
                    </a:lnTo>
                    <a:lnTo>
                      <a:pt x="692" y="15"/>
                    </a:lnTo>
                    <a:lnTo>
                      <a:pt x="692" y="571"/>
                    </a:lnTo>
                    <a:lnTo>
                      <a:pt x="632" y="571"/>
                    </a:lnTo>
                    <a:lnTo>
                      <a:pt x="632" y="285"/>
                    </a:lnTo>
                    <a:lnTo>
                      <a:pt x="632" y="283"/>
                    </a:lnTo>
                    <a:lnTo>
                      <a:pt x="631" y="280"/>
                    </a:lnTo>
                    <a:lnTo>
                      <a:pt x="630" y="278"/>
                    </a:lnTo>
                    <a:lnTo>
                      <a:pt x="628" y="275"/>
                    </a:lnTo>
                    <a:lnTo>
                      <a:pt x="626" y="274"/>
                    </a:lnTo>
                    <a:lnTo>
                      <a:pt x="622" y="271"/>
                    </a:lnTo>
                    <a:lnTo>
                      <a:pt x="620" y="271"/>
                    </a:lnTo>
                    <a:lnTo>
                      <a:pt x="617" y="270"/>
                    </a:lnTo>
                    <a:lnTo>
                      <a:pt x="497" y="270"/>
                    </a:lnTo>
                    <a:lnTo>
                      <a:pt x="494" y="271"/>
                    </a:lnTo>
                    <a:lnTo>
                      <a:pt x="491" y="271"/>
                    </a:lnTo>
                    <a:lnTo>
                      <a:pt x="488" y="274"/>
                    </a:lnTo>
                    <a:lnTo>
                      <a:pt x="486" y="275"/>
                    </a:lnTo>
                    <a:lnTo>
                      <a:pt x="484" y="278"/>
                    </a:lnTo>
                    <a:lnTo>
                      <a:pt x="483" y="280"/>
                    </a:lnTo>
                    <a:lnTo>
                      <a:pt x="482" y="283"/>
                    </a:lnTo>
                    <a:lnTo>
                      <a:pt x="482" y="285"/>
                    </a:lnTo>
                    <a:lnTo>
                      <a:pt x="482" y="571"/>
                    </a:lnTo>
                    <a:lnTo>
                      <a:pt x="421" y="571"/>
                    </a:lnTo>
                    <a:lnTo>
                      <a:pt x="421" y="195"/>
                    </a:lnTo>
                    <a:lnTo>
                      <a:pt x="421" y="192"/>
                    </a:lnTo>
                    <a:lnTo>
                      <a:pt x="420" y="190"/>
                    </a:lnTo>
                    <a:lnTo>
                      <a:pt x="419" y="187"/>
                    </a:lnTo>
                    <a:lnTo>
                      <a:pt x="417" y="185"/>
                    </a:lnTo>
                    <a:lnTo>
                      <a:pt x="415" y="184"/>
                    </a:lnTo>
                    <a:lnTo>
                      <a:pt x="412" y="181"/>
                    </a:lnTo>
                    <a:lnTo>
                      <a:pt x="409" y="180"/>
                    </a:lnTo>
                    <a:lnTo>
                      <a:pt x="406" y="180"/>
                    </a:lnTo>
                    <a:lnTo>
                      <a:pt x="286" y="180"/>
                    </a:lnTo>
                    <a:lnTo>
                      <a:pt x="283" y="180"/>
                    </a:lnTo>
                    <a:lnTo>
                      <a:pt x="281" y="181"/>
                    </a:lnTo>
                    <a:lnTo>
                      <a:pt x="277" y="184"/>
                    </a:lnTo>
                    <a:lnTo>
                      <a:pt x="275" y="185"/>
                    </a:lnTo>
                    <a:lnTo>
                      <a:pt x="274" y="187"/>
                    </a:lnTo>
                    <a:lnTo>
                      <a:pt x="272" y="190"/>
                    </a:lnTo>
                    <a:lnTo>
                      <a:pt x="271" y="192"/>
                    </a:lnTo>
                    <a:lnTo>
                      <a:pt x="271" y="195"/>
                    </a:lnTo>
                    <a:lnTo>
                      <a:pt x="271" y="571"/>
                    </a:lnTo>
                    <a:lnTo>
                      <a:pt x="211" y="571"/>
                    </a:lnTo>
                    <a:lnTo>
                      <a:pt x="211" y="406"/>
                    </a:lnTo>
                    <a:lnTo>
                      <a:pt x="211" y="403"/>
                    </a:lnTo>
                    <a:lnTo>
                      <a:pt x="210" y="400"/>
                    </a:lnTo>
                    <a:lnTo>
                      <a:pt x="209" y="398"/>
                    </a:lnTo>
                    <a:lnTo>
                      <a:pt x="207" y="396"/>
                    </a:lnTo>
                    <a:lnTo>
                      <a:pt x="205" y="394"/>
                    </a:lnTo>
                    <a:lnTo>
                      <a:pt x="201" y="392"/>
                    </a:lnTo>
                    <a:lnTo>
                      <a:pt x="199" y="391"/>
                    </a:lnTo>
                    <a:lnTo>
                      <a:pt x="196" y="391"/>
                    </a:lnTo>
                    <a:lnTo>
                      <a:pt x="76" y="391"/>
                    </a:lnTo>
                    <a:lnTo>
                      <a:pt x="73" y="391"/>
                    </a:lnTo>
                    <a:lnTo>
                      <a:pt x="70" y="392"/>
                    </a:lnTo>
                    <a:lnTo>
                      <a:pt x="67" y="394"/>
                    </a:lnTo>
                    <a:lnTo>
                      <a:pt x="65" y="396"/>
                    </a:lnTo>
                    <a:lnTo>
                      <a:pt x="63" y="398"/>
                    </a:lnTo>
                    <a:lnTo>
                      <a:pt x="62" y="400"/>
                    </a:lnTo>
                    <a:lnTo>
                      <a:pt x="61" y="403"/>
                    </a:lnTo>
                    <a:lnTo>
                      <a:pt x="61" y="406"/>
                    </a:lnTo>
                    <a:lnTo>
                      <a:pt x="61" y="571"/>
                    </a:lnTo>
                    <a:lnTo>
                      <a:pt x="16" y="571"/>
                    </a:lnTo>
                    <a:lnTo>
                      <a:pt x="13" y="571"/>
                    </a:lnTo>
                    <a:lnTo>
                      <a:pt x="10" y="572"/>
                    </a:lnTo>
                    <a:lnTo>
                      <a:pt x="7" y="573"/>
                    </a:lnTo>
                    <a:lnTo>
                      <a:pt x="5" y="576"/>
                    </a:lnTo>
                    <a:lnTo>
                      <a:pt x="3" y="578"/>
                    </a:lnTo>
                    <a:lnTo>
                      <a:pt x="2" y="581"/>
                    </a:lnTo>
                    <a:lnTo>
                      <a:pt x="1" y="583"/>
                    </a:lnTo>
                    <a:lnTo>
                      <a:pt x="0" y="586"/>
                    </a:lnTo>
                    <a:lnTo>
                      <a:pt x="1" y="590"/>
                    </a:lnTo>
                    <a:lnTo>
                      <a:pt x="2" y="593"/>
                    </a:lnTo>
                    <a:lnTo>
                      <a:pt x="3" y="595"/>
                    </a:lnTo>
                    <a:lnTo>
                      <a:pt x="5" y="597"/>
                    </a:lnTo>
                    <a:lnTo>
                      <a:pt x="7" y="599"/>
                    </a:lnTo>
                    <a:lnTo>
                      <a:pt x="10" y="600"/>
                    </a:lnTo>
                    <a:lnTo>
                      <a:pt x="13" y="601"/>
                    </a:lnTo>
                    <a:lnTo>
                      <a:pt x="16" y="601"/>
                    </a:lnTo>
                    <a:lnTo>
                      <a:pt x="76" y="601"/>
                    </a:lnTo>
                    <a:lnTo>
                      <a:pt x="196" y="601"/>
                    </a:lnTo>
                    <a:lnTo>
                      <a:pt x="286" y="601"/>
                    </a:lnTo>
                    <a:lnTo>
                      <a:pt x="406" y="601"/>
                    </a:lnTo>
                    <a:lnTo>
                      <a:pt x="497" y="601"/>
                    </a:lnTo>
                    <a:lnTo>
                      <a:pt x="617" y="601"/>
                    </a:lnTo>
                    <a:lnTo>
                      <a:pt x="707" y="601"/>
                    </a:lnTo>
                    <a:lnTo>
                      <a:pt x="827" y="601"/>
                    </a:lnTo>
                    <a:lnTo>
                      <a:pt x="888" y="601"/>
                    </a:lnTo>
                    <a:lnTo>
                      <a:pt x="890" y="601"/>
                    </a:lnTo>
                    <a:lnTo>
                      <a:pt x="893" y="600"/>
                    </a:lnTo>
                    <a:lnTo>
                      <a:pt x="896" y="599"/>
                    </a:lnTo>
                    <a:lnTo>
                      <a:pt x="898" y="597"/>
                    </a:lnTo>
                    <a:lnTo>
                      <a:pt x="900" y="595"/>
                    </a:lnTo>
                    <a:lnTo>
                      <a:pt x="901" y="593"/>
                    </a:lnTo>
                    <a:lnTo>
                      <a:pt x="902" y="590"/>
                    </a:lnTo>
                    <a:lnTo>
                      <a:pt x="903" y="586"/>
                    </a:lnTo>
                    <a:lnTo>
                      <a:pt x="902" y="583"/>
                    </a:lnTo>
                    <a:lnTo>
                      <a:pt x="901" y="581"/>
                    </a:lnTo>
                    <a:lnTo>
                      <a:pt x="900" y="578"/>
                    </a:lnTo>
                    <a:lnTo>
                      <a:pt x="898" y="576"/>
                    </a:lnTo>
                    <a:lnTo>
                      <a:pt x="896" y="573"/>
                    </a:lnTo>
                    <a:lnTo>
                      <a:pt x="893" y="572"/>
                    </a:lnTo>
                    <a:lnTo>
                      <a:pt x="890" y="571"/>
                    </a:lnTo>
                    <a:lnTo>
                      <a:pt x="888" y="57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8" name="Google Shape;362;p7">
                <a:extLst>
                  <a:ext uri="{FF2B5EF4-FFF2-40B4-BE49-F238E27FC236}">
                    <a16:creationId xmlns:a16="http://schemas.microsoft.com/office/drawing/2014/main" id="{27F89022-3AAD-9991-3079-ECD553654086}"/>
                  </a:ext>
                </a:extLst>
              </p:cNvPr>
              <p:cNvSpPr/>
              <p:nvPr/>
            </p:nvSpPr>
            <p:spPr>
              <a:xfrm>
                <a:off x="10474325" y="2498725"/>
                <a:ext cx="25241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796" h="496" extrusionOk="0">
                    <a:moveTo>
                      <a:pt x="60" y="406"/>
                    </a:moveTo>
                    <a:lnTo>
                      <a:pt x="66" y="407"/>
                    </a:lnTo>
                    <a:lnTo>
                      <a:pt x="73" y="410"/>
                    </a:lnTo>
                    <a:lnTo>
                      <a:pt x="78" y="413"/>
                    </a:lnTo>
                    <a:lnTo>
                      <a:pt x="83" y="417"/>
                    </a:lnTo>
                    <a:lnTo>
                      <a:pt x="83" y="417"/>
                    </a:lnTo>
                    <a:lnTo>
                      <a:pt x="83" y="417"/>
                    </a:lnTo>
                    <a:lnTo>
                      <a:pt x="83" y="417"/>
                    </a:lnTo>
                    <a:lnTo>
                      <a:pt x="83" y="417"/>
                    </a:lnTo>
                    <a:lnTo>
                      <a:pt x="86" y="421"/>
                    </a:lnTo>
                    <a:lnTo>
                      <a:pt x="88" y="426"/>
                    </a:lnTo>
                    <a:lnTo>
                      <a:pt x="89" y="431"/>
                    </a:lnTo>
                    <a:lnTo>
                      <a:pt x="90" y="436"/>
                    </a:lnTo>
                    <a:lnTo>
                      <a:pt x="89" y="443"/>
                    </a:lnTo>
                    <a:lnTo>
                      <a:pt x="88" y="448"/>
                    </a:lnTo>
                    <a:lnTo>
                      <a:pt x="85" y="453"/>
                    </a:lnTo>
                    <a:lnTo>
                      <a:pt x="81" y="458"/>
                    </a:lnTo>
                    <a:lnTo>
                      <a:pt x="76" y="461"/>
                    </a:lnTo>
                    <a:lnTo>
                      <a:pt x="72" y="464"/>
                    </a:lnTo>
                    <a:lnTo>
                      <a:pt x="65" y="466"/>
                    </a:lnTo>
                    <a:lnTo>
                      <a:pt x="60" y="466"/>
                    </a:lnTo>
                    <a:lnTo>
                      <a:pt x="54" y="466"/>
                    </a:lnTo>
                    <a:lnTo>
                      <a:pt x="48" y="464"/>
                    </a:lnTo>
                    <a:lnTo>
                      <a:pt x="43" y="461"/>
                    </a:lnTo>
                    <a:lnTo>
                      <a:pt x="39" y="458"/>
                    </a:lnTo>
                    <a:lnTo>
                      <a:pt x="34" y="453"/>
                    </a:lnTo>
                    <a:lnTo>
                      <a:pt x="32" y="448"/>
                    </a:lnTo>
                    <a:lnTo>
                      <a:pt x="30" y="443"/>
                    </a:lnTo>
                    <a:lnTo>
                      <a:pt x="30" y="436"/>
                    </a:lnTo>
                    <a:lnTo>
                      <a:pt x="30" y="430"/>
                    </a:lnTo>
                    <a:lnTo>
                      <a:pt x="32" y="425"/>
                    </a:lnTo>
                    <a:lnTo>
                      <a:pt x="34" y="419"/>
                    </a:lnTo>
                    <a:lnTo>
                      <a:pt x="39" y="415"/>
                    </a:lnTo>
                    <a:lnTo>
                      <a:pt x="43" y="412"/>
                    </a:lnTo>
                    <a:lnTo>
                      <a:pt x="48" y="409"/>
                    </a:lnTo>
                    <a:lnTo>
                      <a:pt x="54" y="407"/>
                    </a:lnTo>
                    <a:lnTo>
                      <a:pt x="60" y="406"/>
                    </a:lnTo>
                    <a:lnTo>
                      <a:pt x="60" y="406"/>
                    </a:lnTo>
                    <a:close/>
                    <a:moveTo>
                      <a:pt x="285" y="211"/>
                    </a:moveTo>
                    <a:lnTo>
                      <a:pt x="291" y="211"/>
                    </a:lnTo>
                    <a:lnTo>
                      <a:pt x="297" y="214"/>
                    </a:lnTo>
                    <a:lnTo>
                      <a:pt x="302" y="216"/>
                    </a:lnTo>
                    <a:lnTo>
                      <a:pt x="306" y="220"/>
                    </a:lnTo>
                    <a:lnTo>
                      <a:pt x="311" y="224"/>
                    </a:lnTo>
                    <a:lnTo>
                      <a:pt x="313" y="230"/>
                    </a:lnTo>
                    <a:lnTo>
                      <a:pt x="315" y="235"/>
                    </a:lnTo>
                    <a:lnTo>
                      <a:pt x="315" y="241"/>
                    </a:lnTo>
                    <a:lnTo>
                      <a:pt x="315" y="247"/>
                    </a:lnTo>
                    <a:lnTo>
                      <a:pt x="313" y="253"/>
                    </a:lnTo>
                    <a:lnTo>
                      <a:pt x="311" y="257"/>
                    </a:lnTo>
                    <a:lnTo>
                      <a:pt x="306" y="262"/>
                    </a:lnTo>
                    <a:lnTo>
                      <a:pt x="302" y="266"/>
                    </a:lnTo>
                    <a:lnTo>
                      <a:pt x="297" y="268"/>
                    </a:lnTo>
                    <a:lnTo>
                      <a:pt x="291" y="270"/>
                    </a:lnTo>
                    <a:lnTo>
                      <a:pt x="285" y="271"/>
                    </a:lnTo>
                    <a:lnTo>
                      <a:pt x="280" y="270"/>
                    </a:lnTo>
                    <a:lnTo>
                      <a:pt x="273" y="268"/>
                    </a:lnTo>
                    <a:lnTo>
                      <a:pt x="269" y="266"/>
                    </a:lnTo>
                    <a:lnTo>
                      <a:pt x="264" y="262"/>
                    </a:lnTo>
                    <a:lnTo>
                      <a:pt x="260" y="257"/>
                    </a:lnTo>
                    <a:lnTo>
                      <a:pt x="257" y="253"/>
                    </a:lnTo>
                    <a:lnTo>
                      <a:pt x="256" y="247"/>
                    </a:lnTo>
                    <a:lnTo>
                      <a:pt x="255" y="241"/>
                    </a:lnTo>
                    <a:lnTo>
                      <a:pt x="256" y="235"/>
                    </a:lnTo>
                    <a:lnTo>
                      <a:pt x="257" y="230"/>
                    </a:lnTo>
                    <a:lnTo>
                      <a:pt x="260" y="224"/>
                    </a:lnTo>
                    <a:lnTo>
                      <a:pt x="264" y="220"/>
                    </a:lnTo>
                    <a:lnTo>
                      <a:pt x="269" y="216"/>
                    </a:lnTo>
                    <a:lnTo>
                      <a:pt x="273" y="214"/>
                    </a:lnTo>
                    <a:lnTo>
                      <a:pt x="280" y="211"/>
                    </a:lnTo>
                    <a:lnTo>
                      <a:pt x="285" y="211"/>
                    </a:lnTo>
                    <a:close/>
                    <a:moveTo>
                      <a:pt x="511" y="301"/>
                    </a:moveTo>
                    <a:lnTo>
                      <a:pt x="516" y="301"/>
                    </a:lnTo>
                    <a:lnTo>
                      <a:pt x="521" y="302"/>
                    </a:lnTo>
                    <a:lnTo>
                      <a:pt x="526" y="306"/>
                    </a:lnTo>
                    <a:lnTo>
                      <a:pt x="530" y="308"/>
                    </a:lnTo>
                    <a:lnTo>
                      <a:pt x="530" y="308"/>
                    </a:lnTo>
                    <a:lnTo>
                      <a:pt x="530" y="308"/>
                    </a:lnTo>
                    <a:lnTo>
                      <a:pt x="530" y="308"/>
                    </a:lnTo>
                    <a:lnTo>
                      <a:pt x="530" y="308"/>
                    </a:lnTo>
                    <a:lnTo>
                      <a:pt x="535" y="313"/>
                    </a:lnTo>
                    <a:lnTo>
                      <a:pt x="538" y="319"/>
                    </a:lnTo>
                    <a:lnTo>
                      <a:pt x="540" y="325"/>
                    </a:lnTo>
                    <a:lnTo>
                      <a:pt x="541" y="331"/>
                    </a:lnTo>
                    <a:lnTo>
                      <a:pt x="540" y="337"/>
                    </a:lnTo>
                    <a:lnTo>
                      <a:pt x="539" y="343"/>
                    </a:lnTo>
                    <a:lnTo>
                      <a:pt x="536" y="347"/>
                    </a:lnTo>
                    <a:lnTo>
                      <a:pt x="532" y="353"/>
                    </a:lnTo>
                    <a:lnTo>
                      <a:pt x="527" y="356"/>
                    </a:lnTo>
                    <a:lnTo>
                      <a:pt x="523" y="359"/>
                    </a:lnTo>
                    <a:lnTo>
                      <a:pt x="516" y="360"/>
                    </a:lnTo>
                    <a:lnTo>
                      <a:pt x="511" y="361"/>
                    </a:lnTo>
                    <a:lnTo>
                      <a:pt x="505" y="360"/>
                    </a:lnTo>
                    <a:lnTo>
                      <a:pt x="499" y="359"/>
                    </a:lnTo>
                    <a:lnTo>
                      <a:pt x="494" y="356"/>
                    </a:lnTo>
                    <a:lnTo>
                      <a:pt x="490" y="353"/>
                    </a:lnTo>
                    <a:lnTo>
                      <a:pt x="486" y="349"/>
                    </a:lnTo>
                    <a:lnTo>
                      <a:pt x="483" y="343"/>
                    </a:lnTo>
                    <a:lnTo>
                      <a:pt x="481" y="337"/>
                    </a:lnTo>
                    <a:lnTo>
                      <a:pt x="481" y="331"/>
                    </a:lnTo>
                    <a:lnTo>
                      <a:pt x="481" y="325"/>
                    </a:lnTo>
                    <a:lnTo>
                      <a:pt x="483" y="320"/>
                    </a:lnTo>
                    <a:lnTo>
                      <a:pt x="486" y="314"/>
                    </a:lnTo>
                    <a:lnTo>
                      <a:pt x="490" y="310"/>
                    </a:lnTo>
                    <a:lnTo>
                      <a:pt x="494" y="307"/>
                    </a:lnTo>
                    <a:lnTo>
                      <a:pt x="499" y="304"/>
                    </a:lnTo>
                    <a:lnTo>
                      <a:pt x="505" y="301"/>
                    </a:lnTo>
                    <a:lnTo>
                      <a:pt x="511" y="301"/>
                    </a:lnTo>
                    <a:lnTo>
                      <a:pt x="511" y="301"/>
                    </a:lnTo>
                    <a:close/>
                    <a:moveTo>
                      <a:pt x="736" y="30"/>
                    </a:moveTo>
                    <a:lnTo>
                      <a:pt x="742" y="31"/>
                    </a:lnTo>
                    <a:lnTo>
                      <a:pt x="748" y="33"/>
                    </a:lnTo>
                    <a:lnTo>
                      <a:pt x="753" y="36"/>
                    </a:lnTo>
                    <a:lnTo>
                      <a:pt x="757" y="39"/>
                    </a:lnTo>
                    <a:lnTo>
                      <a:pt x="762" y="43"/>
                    </a:lnTo>
                    <a:lnTo>
                      <a:pt x="764" y="49"/>
                    </a:lnTo>
                    <a:lnTo>
                      <a:pt x="766" y="55"/>
                    </a:lnTo>
                    <a:lnTo>
                      <a:pt x="766" y="60"/>
                    </a:lnTo>
                    <a:lnTo>
                      <a:pt x="766" y="67"/>
                    </a:lnTo>
                    <a:lnTo>
                      <a:pt x="764" y="72"/>
                    </a:lnTo>
                    <a:lnTo>
                      <a:pt x="762" y="78"/>
                    </a:lnTo>
                    <a:lnTo>
                      <a:pt x="757" y="82"/>
                    </a:lnTo>
                    <a:lnTo>
                      <a:pt x="753" y="85"/>
                    </a:lnTo>
                    <a:lnTo>
                      <a:pt x="748" y="88"/>
                    </a:lnTo>
                    <a:lnTo>
                      <a:pt x="742" y="90"/>
                    </a:lnTo>
                    <a:lnTo>
                      <a:pt x="736" y="90"/>
                    </a:lnTo>
                    <a:lnTo>
                      <a:pt x="731" y="90"/>
                    </a:lnTo>
                    <a:lnTo>
                      <a:pt x="724" y="88"/>
                    </a:lnTo>
                    <a:lnTo>
                      <a:pt x="720" y="85"/>
                    </a:lnTo>
                    <a:lnTo>
                      <a:pt x="716" y="82"/>
                    </a:lnTo>
                    <a:lnTo>
                      <a:pt x="711" y="78"/>
                    </a:lnTo>
                    <a:lnTo>
                      <a:pt x="708" y="72"/>
                    </a:lnTo>
                    <a:lnTo>
                      <a:pt x="707" y="67"/>
                    </a:lnTo>
                    <a:lnTo>
                      <a:pt x="706" y="60"/>
                    </a:lnTo>
                    <a:lnTo>
                      <a:pt x="707" y="55"/>
                    </a:lnTo>
                    <a:lnTo>
                      <a:pt x="708" y="49"/>
                    </a:lnTo>
                    <a:lnTo>
                      <a:pt x="711" y="43"/>
                    </a:lnTo>
                    <a:lnTo>
                      <a:pt x="716" y="39"/>
                    </a:lnTo>
                    <a:lnTo>
                      <a:pt x="720" y="36"/>
                    </a:lnTo>
                    <a:lnTo>
                      <a:pt x="724" y="33"/>
                    </a:lnTo>
                    <a:lnTo>
                      <a:pt x="731" y="31"/>
                    </a:lnTo>
                    <a:lnTo>
                      <a:pt x="736" y="30"/>
                    </a:lnTo>
                    <a:lnTo>
                      <a:pt x="736" y="30"/>
                    </a:lnTo>
                    <a:close/>
                    <a:moveTo>
                      <a:pt x="60" y="496"/>
                    </a:moveTo>
                    <a:lnTo>
                      <a:pt x="66" y="496"/>
                    </a:lnTo>
                    <a:lnTo>
                      <a:pt x="72" y="495"/>
                    </a:lnTo>
                    <a:lnTo>
                      <a:pt x="77" y="494"/>
                    </a:lnTo>
                    <a:lnTo>
                      <a:pt x="84" y="492"/>
                    </a:lnTo>
                    <a:lnTo>
                      <a:pt x="89" y="489"/>
                    </a:lnTo>
                    <a:lnTo>
                      <a:pt x="93" y="487"/>
                    </a:lnTo>
                    <a:lnTo>
                      <a:pt x="98" y="482"/>
                    </a:lnTo>
                    <a:lnTo>
                      <a:pt x="102" y="479"/>
                    </a:lnTo>
                    <a:lnTo>
                      <a:pt x="106" y="475"/>
                    </a:lnTo>
                    <a:lnTo>
                      <a:pt x="109" y="470"/>
                    </a:lnTo>
                    <a:lnTo>
                      <a:pt x="113" y="465"/>
                    </a:lnTo>
                    <a:lnTo>
                      <a:pt x="115" y="460"/>
                    </a:lnTo>
                    <a:lnTo>
                      <a:pt x="117" y="455"/>
                    </a:lnTo>
                    <a:lnTo>
                      <a:pt x="119" y="448"/>
                    </a:lnTo>
                    <a:lnTo>
                      <a:pt x="120" y="443"/>
                    </a:lnTo>
                    <a:lnTo>
                      <a:pt x="120" y="436"/>
                    </a:lnTo>
                    <a:lnTo>
                      <a:pt x="119" y="429"/>
                    </a:lnTo>
                    <a:lnTo>
                      <a:pt x="118" y="422"/>
                    </a:lnTo>
                    <a:lnTo>
                      <a:pt x="116" y="416"/>
                    </a:lnTo>
                    <a:lnTo>
                      <a:pt x="114" y="410"/>
                    </a:lnTo>
                    <a:lnTo>
                      <a:pt x="251" y="291"/>
                    </a:lnTo>
                    <a:lnTo>
                      <a:pt x="259" y="295"/>
                    </a:lnTo>
                    <a:lnTo>
                      <a:pt x="267" y="298"/>
                    </a:lnTo>
                    <a:lnTo>
                      <a:pt x="276" y="300"/>
                    </a:lnTo>
                    <a:lnTo>
                      <a:pt x="285" y="301"/>
                    </a:lnTo>
                    <a:lnTo>
                      <a:pt x="292" y="300"/>
                    </a:lnTo>
                    <a:lnTo>
                      <a:pt x="300" y="299"/>
                    </a:lnTo>
                    <a:lnTo>
                      <a:pt x="306" y="297"/>
                    </a:lnTo>
                    <a:lnTo>
                      <a:pt x="313" y="294"/>
                    </a:lnTo>
                    <a:lnTo>
                      <a:pt x="318" y="291"/>
                    </a:lnTo>
                    <a:lnTo>
                      <a:pt x="325" y="286"/>
                    </a:lnTo>
                    <a:lnTo>
                      <a:pt x="329" y="282"/>
                    </a:lnTo>
                    <a:lnTo>
                      <a:pt x="333" y="277"/>
                    </a:lnTo>
                    <a:lnTo>
                      <a:pt x="451" y="324"/>
                    </a:lnTo>
                    <a:lnTo>
                      <a:pt x="451" y="327"/>
                    </a:lnTo>
                    <a:lnTo>
                      <a:pt x="451" y="331"/>
                    </a:lnTo>
                    <a:lnTo>
                      <a:pt x="451" y="338"/>
                    </a:lnTo>
                    <a:lnTo>
                      <a:pt x="452" y="343"/>
                    </a:lnTo>
                    <a:lnTo>
                      <a:pt x="453" y="350"/>
                    </a:lnTo>
                    <a:lnTo>
                      <a:pt x="455" y="355"/>
                    </a:lnTo>
                    <a:lnTo>
                      <a:pt x="457" y="360"/>
                    </a:lnTo>
                    <a:lnTo>
                      <a:pt x="461" y="365"/>
                    </a:lnTo>
                    <a:lnTo>
                      <a:pt x="464" y="370"/>
                    </a:lnTo>
                    <a:lnTo>
                      <a:pt x="468" y="374"/>
                    </a:lnTo>
                    <a:lnTo>
                      <a:pt x="472" y="377"/>
                    </a:lnTo>
                    <a:lnTo>
                      <a:pt x="477" y="381"/>
                    </a:lnTo>
                    <a:lnTo>
                      <a:pt x="482" y="384"/>
                    </a:lnTo>
                    <a:lnTo>
                      <a:pt x="487" y="387"/>
                    </a:lnTo>
                    <a:lnTo>
                      <a:pt x="493" y="388"/>
                    </a:lnTo>
                    <a:lnTo>
                      <a:pt x="498" y="390"/>
                    </a:lnTo>
                    <a:lnTo>
                      <a:pt x="505" y="391"/>
                    </a:lnTo>
                    <a:lnTo>
                      <a:pt x="511" y="391"/>
                    </a:lnTo>
                    <a:lnTo>
                      <a:pt x="517" y="391"/>
                    </a:lnTo>
                    <a:lnTo>
                      <a:pt x="523" y="390"/>
                    </a:lnTo>
                    <a:lnTo>
                      <a:pt x="529" y="388"/>
                    </a:lnTo>
                    <a:lnTo>
                      <a:pt x="535" y="387"/>
                    </a:lnTo>
                    <a:lnTo>
                      <a:pt x="540" y="384"/>
                    </a:lnTo>
                    <a:lnTo>
                      <a:pt x="544" y="381"/>
                    </a:lnTo>
                    <a:lnTo>
                      <a:pt x="550" y="377"/>
                    </a:lnTo>
                    <a:lnTo>
                      <a:pt x="554" y="373"/>
                    </a:lnTo>
                    <a:lnTo>
                      <a:pt x="557" y="370"/>
                    </a:lnTo>
                    <a:lnTo>
                      <a:pt x="560" y="365"/>
                    </a:lnTo>
                    <a:lnTo>
                      <a:pt x="564" y="360"/>
                    </a:lnTo>
                    <a:lnTo>
                      <a:pt x="567" y="355"/>
                    </a:lnTo>
                    <a:lnTo>
                      <a:pt x="568" y="350"/>
                    </a:lnTo>
                    <a:lnTo>
                      <a:pt x="570" y="343"/>
                    </a:lnTo>
                    <a:lnTo>
                      <a:pt x="571" y="338"/>
                    </a:lnTo>
                    <a:lnTo>
                      <a:pt x="571" y="331"/>
                    </a:lnTo>
                    <a:lnTo>
                      <a:pt x="570" y="322"/>
                    </a:lnTo>
                    <a:lnTo>
                      <a:pt x="568" y="312"/>
                    </a:lnTo>
                    <a:lnTo>
                      <a:pt x="565" y="304"/>
                    </a:lnTo>
                    <a:lnTo>
                      <a:pt x="559" y="296"/>
                    </a:lnTo>
                    <a:lnTo>
                      <a:pt x="710" y="115"/>
                    </a:lnTo>
                    <a:lnTo>
                      <a:pt x="717" y="117"/>
                    </a:lnTo>
                    <a:lnTo>
                      <a:pt x="723" y="119"/>
                    </a:lnTo>
                    <a:lnTo>
                      <a:pt x="730" y="120"/>
                    </a:lnTo>
                    <a:lnTo>
                      <a:pt x="736" y="120"/>
                    </a:lnTo>
                    <a:lnTo>
                      <a:pt x="742" y="120"/>
                    </a:lnTo>
                    <a:lnTo>
                      <a:pt x="749" y="119"/>
                    </a:lnTo>
                    <a:lnTo>
                      <a:pt x="754" y="118"/>
                    </a:lnTo>
                    <a:lnTo>
                      <a:pt x="760" y="116"/>
                    </a:lnTo>
                    <a:lnTo>
                      <a:pt x="765" y="114"/>
                    </a:lnTo>
                    <a:lnTo>
                      <a:pt x="770" y="111"/>
                    </a:lnTo>
                    <a:lnTo>
                      <a:pt x="775" y="106"/>
                    </a:lnTo>
                    <a:lnTo>
                      <a:pt x="779" y="103"/>
                    </a:lnTo>
                    <a:lnTo>
                      <a:pt x="783" y="99"/>
                    </a:lnTo>
                    <a:lnTo>
                      <a:pt x="786" y="95"/>
                    </a:lnTo>
                    <a:lnTo>
                      <a:pt x="790" y="89"/>
                    </a:lnTo>
                    <a:lnTo>
                      <a:pt x="792" y="84"/>
                    </a:lnTo>
                    <a:lnTo>
                      <a:pt x="794" y="79"/>
                    </a:lnTo>
                    <a:lnTo>
                      <a:pt x="795" y="73"/>
                    </a:lnTo>
                    <a:lnTo>
                      <a:pt x="796" y="67"/>
                    </a:lnTo>
                    <a:lnTo>
                      <a:pt x="796" y="60"/>
                    </a:lnTo>
                    <a:lnTo>
                      <a:pt x="796" y="54"/>
                    </a:lnTo>
                    <a:lnTo>
                      <a:pt x="795" y="49"/>
                    </a:lnTo>
                    <a:lnTo>
                      <a:pt x="794" y="43"/>
                    </a:lnTo>
                    <a:lnTo>
                      <a:pt x="792" y="37"/>
                    </a:lnTo>
                    <a:lnTo>
                      <a:pt x="790" y="31"/>
                    </a:lnTo>
                    <a:lnTo>
                      <a:pt x="786" y="27"/>
                    </a:lnTo>
                    <a:lnTo>
                      <a:pt x="783" y="23"/>
                    </a:lnTo>
                    <a:lnTo>
                      <a:pt x="779" y="19"/>
                    </a:lnTo>
                    <a:lnTo>
                      <a:pt x="775" y="14"/>
                    </a:lnTo>
                    <a:lnTo>
                      <a:pt x="770" y="11"/>
                    </a:lnTo>
                    <a:lnTo>
                      <a:pt x="765" y="8"/>
                    </a:lnTo>
                    <a:lnTo>
                      <a:pt x="760" y="5"/>
                    </a:lnTo>
                    <a:lnTo>
                      <a:pt x="754" y="4"/>
                    </a:lnTo>
                    <a:lnTo>
                      <a:pt x="749" y="1"/>
                    </a:lnTo>
                    <a:lnTo>
                      <a:pt x="742" y="0"/>
                    </a:lnTo>
                    <a:lnTo>
                      <a:pt x="736" y="0"/>
                    </a:lnTo>
                    <a:lnTo>
                      <a:pt x="731" y="0"/>
                    </a:lnTo>
                    <a:lnTo>
                      <a:pt x="724" y="1"/>
                    </a:lnTo>
                    <a:lnTo>
                      <a:pt x="719" y="4"/>
                    </a:lnTo>
                    <a:lnTo>
                      <a:pt x="712" y="5"/>
                    </a:lnTo>
                    <a:lnTo>
                      <a:pt x="708" y="8"/>
                    </a:lnTo>
                    <a:lnTo>
                      <a:pt x="703" y="11"/>
                    </a:lnTo>
                    <a:lnTo>
                      <a:pt x="698" y="14"/>
                    </a:lnTo>
                    <a:lnTo>
                      <a:pt x="694" y="19"/>
                    </a:lnTo>
                    <a:lnTo>
                      <a:pt x="690" y="22"/>
                    </a:lnTo>
                    <a:lnTo>
                      <a:pt x="687" y="27"/>
                    </a:lnTo>
                    <a:lnTo>
                      <a:pt x="683" y="31"/>
                    </a:lnTo>
                    <a:lnTo>
                      <a:pt x="681" y="37"/>
                    </a:lnTo>
                    <a:lnTo>
                      <a:pt x="679" y="43"/>
                    </a:lnTo>
                    <a:lnTo>
                      <a:pt x="677" y="49"/>
                    </a:lnTo>
                    <a:lnTo>
                      <a:pt x="676" y="54"/>
                    </a:lnTo>
                    <a:lnTo>
                      <a:pt x="676" y="60"/>
                    </a:lnTo>
                    <a:lnTo>
                      <a:pt x="677" y="70"/>
                    </a:lnTo>
                    <a:lnTo>
                      <a:pt x="679" y="80"/>
                    </a:lnTo>
                    <a:lnTo>
                      <a:pt x="682" y="88"/>
                    </a:lnTo>
                    <a:lnTo>
                      <a:pt x="688" y="96"/>
                    </a:lnTo>
                    <a:lnTo>
                      <a:pt x="537" y="277"/>
                    </a:lnTo>
                    <a:lnTo>
                      <a:pt x="530" y="275"/>
                    </a:lnTo>
                    <a:lnTo>
                      <a:pt x="524" y="272"/>
                    </a:lnTo>
                    <a:lnTo>
                      <a:pt x="517" y="271"/>
                    </a:lnTo>
                    <a:lnTo>
                      <a:pt x="511" y="271"/>
                    </a:lnTo>
                    <a:lnTo>
                      <a:pt x="504" y="271"/>
                    </a:lnTo>
                    <a:lnTo>
                      <a:pt x="496" y="272"/>
                    </a:lnTo>
                    <a:lnTo>
                      <a:pt x="490" y="275"/>
                    </a:lnTo>
                    <a:lnTo>
                      <a:pt x="483" y="278"/>
                    </a:lnTo>
                    <a:lnTo>
                      <a:pt x="478" y="281"/>
                    </a:lnTo>
                    <a:lnTo>
                      <a:pt x="472" y="285"/>
                    </a:lnTo>
                    <a:lnTo>
                      <a:pt x="467" y="291"/>
                    </a:lnTo>
                    <a:lnTo>
                      <a:pt x="463" y="296"/>
                    </a:lnTo>
                    <a:lnTo>
                      <a:pt x="345" y="249"/>
                    </a:lnTo>
                    <a:lnTo>
                      <a:pt x="345" y="245"/>
                    </a:lnTo>
                    <a:lnTo>
                      <a:pt x="345" y="241"/>
                    </a:lnTo>
                    <a:lnTo>
                      <a:pt x="345" y="235"/>
                    </a:lnTo>
                    <a:lnTo>
                      <a:pt x="344" y="229"/>
                    </a:lnTo>
                    <a:lnTo>
                      <a:pt x="343" y="223"/>
                    </a:lnTo>
                    <a:lnTo>
                      <a:pt x="341" y="218"/>
                    </a:lnTo>
                    <a:lnTo>
                      <a:pt x="339" y="212"/>
                    </a:lnTo>
                    <a:lnTo>
                      <a:pt x="335" y="207"/>
                    </a:lnTo>
                    <a:lnTo>
                      <a:pt x="332" y="203"/>
                    </a:lnTo>
                    <a:lnTo>
                      <a:pt x="328" y="199"/>
                    </a:lnTo>
                    <a:lnTo>
                      <a:pt x="324" y="194"/>
                    </a:lnTo>
                    <a:lnTo>
                      <a:pt x="319" y="191"/>
                    </a:lnTo>
                    <a:lnTo>
                      <a:pt x="314" y="188"/>
                    </a:lnTo>
                    <a:lnTo>
                      <a:pt x="309" y="186"/>
                    </a:lnTo>
                    <a:lnTo>
                      <a:pt x="303" y="184"/>
                    </a:lnTo>
                    <a:lnTo>
                      <a:pt x="298" y="182"/>
                    </a:lnTo>
                    <a:lnTo>
                      <a:pt x="291" y="181"/>
                    </a:lnTo>
                    <a:lnTo>
                      <a:pt x="285" y="180"/>
                    </a:lnTo>
                    <a:lnTo>
                      <a:pt x="280" y="181"/>
                    </a:lnTo>
                    <a:lnTo>
                      <a:pt x="273" y="182"/>
                    </a:lnTo>
                    <a:lnTo>
                      <a:pt x="268" y="184"/>
                    </a:lnTo>
                    <a:lnTo>
                      <a:pt x="261" y="186"/>
                    </a:lnTo>
                    <a:lnTo>
                      <a:pt x="257" y="188"/>
                    </a:lnTo>
                    <a:lnTo>
                      <a:pt x="252" y="191"/>
                    </a:lnTo>
                    <a:lnTo>
                      <a:pt x="247" y="194"/>
                    </a:lnTo>
                    <a:lnTo>
                      <a:pt x="243" y="199"/>
                    </a:lnTo>
                    <a:lnTo>
                      <a:pt x="239" y="203"/>
                    </a:lnTo>
                    <a:lnTo>
                      <a:pt x="236" y="207"/>
                    </a:lnTo>
                    <a:lnTo>
                      <a:pt x="232" y="212"/>
                    </a:lnTo>
                    <a:lnTo>
                      <a:pt x="230" y="218"/>
                    </a:lnTo>
                    <a:lnTo>
                      <a:pt x="228" y="223"/>
                    </a:lnTo>
                    <a:lnTo>
                      <a:pt x="226" y="229"/>
                    </a:lnTo>
                    <a:lnTo>
                      <a:pt x="225" y="235"/>
                    </a:lnTo>
                    <a:lnTo>
                      <a:pt x="225" y="241"/>
                    </a:lnTo>
                    <a:lnTo>
                      <a:pt x="226" y="248"/>
                    </a:lnTo>
                    <a:lnTo>
                      <a:pt x="227" y="255"/>
                    </a:lnTo>
                    <a:lnTo>
                      <a:pt x="229" y="262"/>
                    </a:lnTo>
                    <a:lnTo>
                      <a:pt x="231" y="267"/>
                    </a:lnTo>
                    <a:lnTo>
                      <a:pt x="94" y="387"/>
                    </a:lnTo>
                    <a:lnTo>
                      <a:pt x="86" y="383"/>
                    </a:lnTo>
                    <a:lnTo>
                      <a:pt x="78" y="380"/>
                    </a:lnTo>
                    <a:lnTo>
                      <a:pt x="69" y="377"/>
                    </a:lnTo>
                    <a:lnTo>
                      <a:pt x="60" y="376"/>
                    </a:lnTo>
                    <a:lnTo>
                      <a:pt x="54" y="376"/>
                    </a:lnTo>
                    <a:lnTo>
                      <a:pt x="47" y="377"/>
                    </a:lnTo>
                    <a:lnTo>
                      <a:pt x="42" y="379"/>
                    </a:lnTo>
                    <a:lnTo>
                      <a:pt x="36" y="381"/>
                    </a:lnTo>
                    <a:lnTo>
                      <a:pt x="31" y="384"/>
                    </a:lnTo>
                    <a:lnTo>
                      <a:pt x="26" y="387"/>
                    </a:lnTo>
                    <a:lnTo>
                      <a:pt x="21" y="390"/>
                    </a:lnTo>
                    <a:lnTo>
                      <a:pt x="17" y="394"/>
                    </a:lnTo>
                    <a:lnTo>
                      <a:pt x="13" y="398"/>
                    </a:lnTo>
                    <a:lnTo>
                      <a:pt x="10" y="403"/>
                    </a:lnTo>
                    <a:lnTo>
                      <a:pt x="6" y="407"/>
                    </a:lnTo>
                    <a:lnTo>
                      <a:pt x="4" y="413"/>
                    </a:lnTo>
                    <a:lnTo>
                      <a:pt x="2" y="418"/>
                    </a:lnTo>
                    <a:lnTo>
                      <a:pt x="1" y="425"/>
                    </a:lnTo>
                    <a:lnTo>
                      <a:pt x="0" y="430"/>
                    </a:lnTo>
                    <a:lnTo>
                      <a:pt x="0" y="436"/>
                    </a:lnTo>
                    <a:lnTo>
                      <a:pt x="0" y="443"/>
                    </a:lnTo>
                    <a:lnTo>
                      <a:pt x="1" y="448"/>
                    </a:lnTo>
                    <a:lnTo>
                      <a:pt x="2" y="455"/>
                    </a:lnTo>
                    <a:lnTo>
                      <a:pt x="4" y="460"/>
                    </a:lnTo>
                    <a:lnTo>
                      <a:pt x="6" y="465"/>
                    </a:lnTo>
                    <a:lnTo>
                      <a:pt x="10" y="470"/>
                    </a:lnTo>
                    <a:lnTo>
                      <a:pt x="13" y="475"/>
                    </a:lnTo>
                    <a:lnTo>
                      <a:pt x="17" y="479"/>
                    </a:lnTo>
                    <a:lnTo>
                      <a:pt x="21" y="482"/>
                    </a:lnTo>
                    <a:lnTo>
                      <a:pt x="26" y="487"/>
                    </a:lnTo>
                    <a:lnTo>
                      <a:pt x="31" y="489"/>
                    </a:lnTo>
                    <a:lnTo>
                      <a:pt x="36" y="492"/>
                    </a:lnTo>
                    <a:lnTo>
                      <a:pt x="42" y="494"/>
                    </a:lnTo>
                    <a:lnTo>
                      <a:pt x="47" y="495"/>
                    </a:lnTo>
                    <a:lnTo>
                      <a:pt x="54" y="496"/>
                    </a:lnTo>
                    <a:lnTo>
                      <a:pt x="60" y="49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grpSp>
        <p:nvGrpSpPr>
          <p:cNvPr id="19" name="Google Shape;363;p7">
            <a:extLst>
              <a:ext uri="{FF2B5EF4-FFF2-40B4-BE49-F238E27FC236}">
                <a16:creationId xmlns:a16="http://schemas.microsoft.com/office/drawing/2014/main" id="{BFC74658-4CC0-306B-AF2D-A305E777689A}"/>
              </a:ext>
            </a:extLst>
          </p:cNvPr>
          <p:cNvGrpSpPr/>
          <p:nvPr/>
        </p:nvGrpSpPr>
        <p:grpSpPr>
          <a:xfrm>
            <a:off x="939800" y="4531815"/>
            <a:ext cx="4062099" cy="1089529"/>
            <a:chOff x="647700" y="4914085"/>
            <a:chExt cx="4062099" cy="1089529"/>
          </a:xfrm>
        </p:grpSpPr>
        <p:sp>
          <p:nvSpPr>
            <p:cNvPr id="20" name="Google Shape;364;p7">
              <a:extLst>
                <a:ext uri="{FF2B5EF4-FFF2-40B4-BE49-F238E27FC236}">
                  <a16:creationId xmlns:a16="http://schemas.microsoft.com/office/drawing/2014/main" id="{BE348BFB-3C42-E61B-4D19-28A75DA3559F}"/>
                </a:ext>
              </a:extLst>
            </p:cNvPr>
            <p:cNvSpPr txBox="1"/>
            <p:nvPr/>
          </p:nvSpPr>
          <p:spPr>
            <a:xfrm>
              <a:off x="1909555" y="4914085"/>
              <a:ext cx="2800244" cy="1089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8595B"/>
                </a:buClr>
                <a:buSzPts val="3200"/>
                <a:buFont typeface="Arial"/>
                <a:buNone/>
                <a:tabLst/>
                <a:defRPr/>
              </a:pPr>
              <a:r>
                <a:rPr kumimoji="0" lang="en-US" sz="3200" b="1" i="1" u="none" strike="noStrike" kern="0" cap="none" spc="0" normalizeH="0" baseline="0" noProof="0">
                  <a:ln>
                    <a:noFill/>
                  </a:ln>
                  <a:solidFill>
                    <a:srgbClr val="58595B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rPr>
                <a:t>XXX</a:t>
              </a:r>
              <a:endParaRPr kumimoji="0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  <a:tabLst/>
                <a:defRPr/>
              </a:pPr>
              <a:r>
                <a:rPr lang="en-US" sz="1400" i="1" kern="0">
                  <a:solidFill>
                    <a:srgbClr val="3F3F3F"/>
                  </a:solidFill>
                  <a:latin typeface="Trebuchet MS"/>
                  <a:cs typeface="Arial"/>
                  <a:sym typeface="Trebuchet MS"/>
                </a:rPr>
                <a:t>Does the solution save any processing time/ energy/ other resource? Estimate key figure </a:t>
              </a:r>
              <a:endParaRPr kumimoji="0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365;p7">
              <a:extLst>
                <a:ext uri="{FF2B5EF4-FFF2-40B4-BE49-F238E27FC236}">
                  <a16:creationId xmlns:a16="http://schemas.microsoft.com/office/drawing/2014/main" id="{0690AB04-CE72-621A-7C23-163C4B1C18E1}"/>
                </a:ext>
              </a:extLst>
            </p:cNvPr>
            <p:cNvSpPr/>
            <p:nvPr/>
          </p:nvSpPr>
          <p:spPr>
            <a:xfrm>
              <a:off x="647700" y="5007999"/>
              <a:ext cx="901700" cy="901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rebuchet MS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22" name="Google Shape;366;p7">
              <a:extLst>
                <a:ext uri="{FF2B5EF4-FFF2-40B4-BE49-F238E27FC236}">
                  <a16:creationId xmlns:a16="http://schemas.microsoft.com/office/drawing/2014/main" id="{760BE775-BB48-DF91-D5D1-345FFDB05FF5}"/>
                </a:ext>
              </a:extLst>
            </p:cNvPr>
            <p:cNvGrpSpPr/>
            <p:nvPr/>
          </p:nvGrpSpPr>
          <p:grpSpPr>
            <a:xfrm>
              <a:off x="880339" y="5241863"/>
              <a:ext cx="436424" cy="433972"/>
              <a:chOff x="5468938" y="1920875"/>
              <a:chExt cx="282575" cy="280988"/>
            </a:xfrm>
          </p:grpSpPr>
          <p:sp>
            <p:nvSpPr>
              <p:cNvPr id="23" name="Google Shape;367;p7">
                <a:extLst>
                  <a:ext uri="{FF2B5EF4-FFF2-40B4-BE49-F238E27FC236}">
                    <a16:creationId xmlns:a16="http://schemas.microsoft.com/office/drawing/2014/main" id="{5BBCA9BB-9637-6FE6-FA2B-6AD2F30431A2}"/>
                  </a:ext>
                </a:extLst>
              </p:cNvPr>
              <p:cNvSpPr/>
              <p:nvPr/>
            </p:nvSpPr>
            <p:spPr>
              <a:xfrm>
                <a:off x="5468938" y="1920875"/>
                <a:ext cx="130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06" extrusionOk="0">
                    <a:moveTo>
                      <a:pt x="30" y="376"/>
                    </a:moveTo>
                    <a:lnTo>
                      <a:pt x="30" y="375"/>
                    </a:lnTo>
                    <a:lnTo>
                      <a:pt x="31" y="369"/>
                    </a:lnTo>
                    <a:lnTo>
                      <a:pt x="32" y="364"/>
                    </a:lnTo>
                    <a:lnTo>
                      <a:pt x="36" y="359"/>
                    </a:lnTo>
                    <a:lnTo>
                      <a:pt x="39" y="354"/>
                    </a:lnTo>
                    <a:lnTo>
                      <a:pt x="42" y="350"/>
                    </a:lnTo>
                    <a:lnTo>
                      <a:pt x="46" y="346"/>
                    </a:lnTo>
                    <a:lnTo>
                      <a:pt x="51" y="343"/>
                    </a:lnTo>
                    <a:lnTo>
                      <a:pt x="56" y="342"/>
                    </a:lnTo>
                    <a:lnTo>
                      <a:pt x="166" y="311"/>
                    </a:lnTo>
                    <a:lnTo>
                      <a:pt x="166" y="271"/>
                    </a:lnTo>
                    <a:lnTo>
                      <a:pt x="175" y="274"/>
                    </a:lnTo>
                    <a:lnTo>
                      <a:pt x="186" y="276"/>
                    </a:lnTo>
                    <a:lnTo>
                      <a:pt x="195" y="277"/>
                    </a:lnTo>
                    <a:lnTo>
                      <a:pt x="205" y="278"/>
                    </a:lnTo>
                    <a:lnTo>
                      <a:pt x="215" y="277"/>
                    </a:lnTo>
                    <a:lnTo>
                      <a:pt x="223" y="276"/>
                    </a:lnTo>
                    <a:lnTo>
                      <a:pt x="233" y="275"/>
                    </a:lnTo>
                    <a:lnTo>
                      <a:pt x="241" y="272"/>
                    </a:lnTo>
                    <a:lnTo>
                      <a:pt x="241" y="311"/>
                    </a:lnTo>
                    <a:lnTo>
                      <a:pt x="354" y="340"/>
                    </a:lnTo>
                    <a:lnTo>
                      <a:pt x="358" y="343"/>
                    </a:lnTo>
                    <a:lnTo>
                      <a:pt x="363" y="346"/>
                    </a:lnTo>
                    <a:lnTo>
                      <a:pt x="367" y="349"/>
                    </a:lnTo>
                    <a:lnTo>
                      <a:pt x="370" y="353"/>
                    </a:lnTo>
                    <a:lnTo>
                      <a:pt x="373" y="359"/>
                    </a:lnTo>
                    <a:lnTo>
                      <a:pt x="374" y="364"/>
                    </a:lnTo>
                    <a:lnTo>
                      <a:pt x="377" y="369"/>
                    </a:lnTo>
                    <a:lnTo>
                      <a:pt x="377" y="376"/>
                    </a:lnTo>
                    <a:lnTo>
                      <a:pt x="239" y="376"/>
                    </a:lnTo>
                    <a:lnTo>
                      <a:pt x="202" y="376"/>
                    </a:lnTo>
                    <a:lnTo>
                      <a:pt x="30" y="376"/>
                    </a:lnTo>
                    <a:close/>
                    <a:moveTo>
                      <a:pt x="106" y="139"/>
                    </a:moveTo>
                    <a:lnTo>
                      <a:pt x="106" y="138"/>
                    </a:lnTo>
                    <a:lnTo>
                      <a:pt x="106" y="136"/>
                    </a:lnTo>
                    <a:lnTo>
                      <a:pt x="120" y="140"/>
                    </a:lnTo>
                    <a:lnTo>
                      <a:pt x="134" y="142"/>
                    </a:lnTo>
                    <a:lnTo>
                      <a:pt x="149" y="142"/>
                    </a:lnTo>
                    <a:lnTo>
                      <a:pt x="164" y="141"/>
                    </a:lnTo>
                    <a:lnTo>
                      <a:pt x="179" y="139"/>
                    </a:lnTo>
                    <a:lnTo>
                      <a:pt x="193" y="134"/>
                    </a:lnTo>
                    <a:lnTo>
                      <a:pt x="208" y="127"/>
                    </a:lnTo>
                    <a:lnTo>
                      <a:pt x="221" y="119"/>
                    </a:lnTo>
                    <a:lnTo>
                      <a:pt x="226" y="124"/>
                    </a:lnTo>
                    <a:lnTo>
                      <a:pt x="232" y="128"/>
                    </a:lnTo>
                    <a:lnTo>
                      <a:pt x="237" y="131"/>
                    </a:lnTo>
                    <a:lnTo>
                      <a:pt x="243" y="135"/>
                    </a:lnTo>
                    <a:lnTo>
                      <a:pt x="249" y="138"/>
                    </a:lnTo>
                    <a:lnTo>
                      <a:pt x="255" y="140"/>
                    </a:lnTo>
                    <a:lnTo>
                      <a:pt x="262" y="142"/>
                    </a:lnTo>
                    <a:lnTo>
                      <a:pt x="269" y="143"/>
                    </a:lnTo>
                    <a:lnTo>
                      <a:pt x="276" y="144"/>
                    </a:lnTo>
                    <a:lnTo>
                      <a:pt x="282" y="144"/>
                    </a:lnTo>
                    <a:lnTo>
                      <a:pt x="293" y="143"/>
                    </a:lnTo>
                    <a:lnTo>
                      <a:pt x="304" y="141"/>
                    </a:lnTo>
                    <a:lnTo>
                      <a:pt x="304" y="152"/>
                    </a:lnTo>
                    <a:lnTo>
                      <a:pt x="302" y="162"/>
                    </a:lnTo>
                    <a:lnTo>
                      <a:pt x="299" y="173"/>
                    </a:lnTo>
                    <a:lnTo>
                      <a:pt x="296" y="183"/>
                    </a:lnTo>
                    <a:lnTo>
                      <a:pt x="292" y="191"/>
                    </a:lnTo>
                    <a:lnTo>
                      <a:pt x="287" y="201"/>
                    </a:lnTo>
                    <a:lnTo>
                      <a:pt x="281" y="209"/>
                    </a:lnTo>
                    <a:lnTo>
                      <a:pt x="275" y="216"/>
                    </a:lnTo>
                    <a:lnTo>
                      <a:pt x="267" y="224"/>
                    </a:lnTo>
                    <a:lnTo>
                      <a:pt x="260" y="230"/>
                    </a:lnTo>
                    <a:lnTo>
                      <a:pt x="252" y="235"/>
                    </a:lnTo>
                    <a:lnTo>
                      <a:pt x="244" y="240"/>
                    </a:lnTo>
                    <a:lnTo>
                      <a:pt x="234" y="243"/>
                    </a:lnTo>
                    <a:lnTo>
                      <a:pt x="225" y="246"/>
                    </a:lnTo>
                    <a:lnTo>
                      <a:pt x="216" y="247"/>
                    </a:lnTo>
                    <a:lnTo>
                      <a:pt x="205" y="248"/>
                    </a:lnTo>
                    <a:lnTo>
                      <a:pt x="195" y="247"/>
                    </a:lnTo>
                    <a:lnTo>
                      <a:pt x="186" y="245"/>
                    </a:lnTo>
                    <a:lnTo>
                      <a:pt x="176" y="243"/>
                    </a:lnTo>
                    <a:lnTo>
                      <a:pt x="166" y="240"/>
                    </a:lnTo>
                    <a:lnTo>
                      <a:pt x="158" y="234"/>
                    </a:lnTo>
                    <a:lnTo>
                      <a:pt x="150" y="229"/>
                    </a:lnTo>
                    <a:lnTo>
                      <a:pt x="143" y="223"/>
                    </a:lnTo>
                    <a:lnTo>
                      <a:pt x="135" y="216"/>
                    </a:lnTo>
                    <a:lnTo>
                      <a:pt x="129" y="208"/>
                    </a:lnTo>
                    <a:lnTo>
                      <a:pt x="124" y="200"/>
                    </a:lnTo>
                    <a:lnTo>
                      <a:pt x="118" y="190"/>
                    </a:lnTo>
                    <a:lnTo>
                      <a:pt x="114" y="181"/>
                    </a:lnTo>
                    <a:lnTo>
                      <a:pt x="111" y="171"/>
                    </a:lnTo>
                    <a:lnTo>
                      <a:pt x="109" y="160"/>
                    </a:lnTo>
                    <a:lnTo>
                      <a:pt x="107" y="150"/>
                    </a:lnTo>
                    <a:lnTo>
                      <a:pt x="106" y="139"/>
                    </a:lnTo>
                    <a:close/>
                    <a:moveTo>
                      <a:pt x="205" y="30"/>
                    </a:moveTo>
                    <a:lnTo>
                      <a:pt x="214" y="30"/>
                    </a:lnTo>
                    <a:lnTo>
                      <a:pt x="222" y="32"/>
                    </a:lnTo>
                    <a:lnTo>
                      <a:pt x="230" y="33"/>
                    </a:lnTo>
                    <a:lnTo>
                      <a:pt x="238" y="36"/>
                    </a:lnTo>
                    <a:lnTo>
                      <a:pt x="246" y="39"/>
                    </a:lnTo>
                    <a:lnTo>
                      <a:pt x="252" y="43"/>
                    </a:lnTo>
                    <a:lnTo>
                      <a:pt x="260" y="48"/>
                    </a:lnTo>
                    <a:lnTo>
                      <a:pt x="266" y="53"/>
                    </a:lnTo>
                    <a:lnTo>
                      <a:pt x="271" y="58"/>
                    </a:lnTo>
                    <a:lnTo>
                      <a:pt x="278" y="65"/>
                    </a:lnTo>
                    <a:lnTo>
                      <a:pt x="282" y="71"/>
                    </a:lnTo>
                    <a:lnTo>
                      <a:pt x="288" y="78"/>
                    </a:lnTo>
                    <a:lnTo>
                      <a:pt x="292" y="85"/>
                    </a:lnTo>
                    <a:lnTo>
                      <a:pt x="295" y="94"/>
                    </a:lnTo>
                    <a:lnTo>
                      <a:pt x="298" y="102"/>
                    </a:lnTo>
                    <a:lnTo>
                      <a:pt x="300" y="110"/>
                    </a:lnTo>
                    <a:lnTo>
                      <a:pt x="295" y="112"/>
                    </a:lnTo>
                    <a:lnTo>
                      <a:pt x="289" y="113"/>
                    </a:lnTo>
                    <a:lnTo>
                      <a:pt x="281" y="114"/>
                    </a:lnTo>
                    <a:lnTo>
                      <a:pt x="274" y="113"/>
                    </a:lnTo>
                    <a:lnTo>
                      <a:pt x="265" y="112"/>
                    </a:lnTo>
                    <a:lnTo>
                      <a:pt x="255" y="108"/>
                    </a:lnTo>
                    <a:lnTo>
                      <a:pt x="250" y="105"/>
                    </a:lnTo>
                    <a:lnTo>
                      <a:pt x="246" y="100"/>
                    </a:lnTo>
                    <a:lnTo>
                      <a:pt x="241" y="96"/>
                    </a:lnTo>
                    <a:lnTo>
                      <a:pt x="237" y="90"/>
                    </a:lnTo>
                    <a:lnTo>
                      <a:pt x="235" y="87"/>
                    </a:lnTo>
                    <a:lnTo>
                      <a:pt x="233" y="84"/>
                    </a:lnTo>
                    <a:lnTo>
                      <a:pt x="230" y="83"/>
                    </a:lnTo>
                    <a:lnTo>
                      <a:pt x="226" y="82"/>
                    </a:lnTo>
                    <a:lnTo>
                      <a:pt x="223" y="82"/>
                    </a:lnTo>
                    <a:lnTo>
                      <a:pt x="220" y="83"/>
                    </a:lnTo>
                    <a:lnTo>
                      <a:pt x="217" y="84"/>
                    </a:lnTo>
                    <a:lnTo>
                      <a:pt x="214" y="86"/>
                    </a:lnTo>
                    <a:lnTo>
                      <a:pt x="208" y="92"/>
                    </a:lnTo>
                    <a:lnTo>
                      <a:pt x="202" y="96"/>
                    </a:lnTo>
                    <a:lnTo>
                      <a:pt x="195" y="100"/>
                    </a:lnTo>
                    <a:lnTo>
                      <a:pt x="189" y="104"/>
                    </a:lnTo>
                    <a:lnTo>
                      <a:pt x="181" y="107"/>
                    </a:lnTo>
                    <a:lnTo>
                      <a:pt x="175" y="109"/>
                    </a:lnTo>
                    <a:lnTo>
                      <a:pt x="167" y="111"/>
                    </a:lnTo>
                    <a:lnTo>
                      <a:pt x="161" y="112"/>
                    </a:lnTo>
                    <a:lnTo>
                      <a:pt x="147" y="113"/>
                    </a:lnTo>
                    <a:lnTo>
                      <a:pt x="134" y="112"/>
                    </a:lnTo>
                    <a:lnTo>
                      <a:pt x="121" y="110"/>
                    </a:lnTo>
                    <a:lnTo>
                      <a:pt x="111" y="106"/>
                    </a:lnTo>
                    <a:lnTo>
                      <a:pt x="114" y="97"/>
                    </a:lnTo>
                    <a:lnTo>
                      <a:pt x="117" y="90"/>
                    </a:lnTo>
                    <a:lnTo>
                      <a:pt x="121" y="82"/>
                    </a:lnTo>
                    <a:lnTo>
                      <a:pt x="125" y="76"/>
                    </a:lnTo>
                    <a:lnTo>
                      <a:pt x="130" y="68"/>
                    </a:lnTo>
                    <a:lnTo>
                      <a:pt x="135" y="63"/>
                    </a:lnTo>
                    <a:lnTo>
                      <a:pt x="141" y="56"/>
                    </a:lnTo>
                    <a:lnTo>
                      <a:pt x="146" y="51"/>
                    </a:lnTo>
                    <a:lnTo>
                      <a:pt x="152" y="47"/>
                    </a:lnTo>
                    <a:lnTo>
                      <a:pt x="160" y="42"/>
                    </a:lnTo>
                    <a:lnTo>
                      <a:pt x="166" y="38"/>
                    </a:lnTo>
                    <a:lnTo>
                      <a:pt x="174" y="35"/>
                    </a:lnTo>
                    <a:lnTo>
                      <a:pt x="181" y="33"/>
                    </a:lnTo>
                    <a:lnTo>
                      <a:pt x="189" y="31"/>
                    </a:lnTo>
                    <a:lnTo>
                      <a:pt x="198" y="30"/>
                    </a:lnTo>
                    <a:lnTo>
                      <a:pt x="205" y="30"/>
                    </a:lnTo>
                    <a:close/>
                    <a:moveTo>
                      <a:pt x="239" y="406"/>
                    </a:moveTo>
                    <a:lnTo>
                      <a:pt x="407" y="406"/>
                    </a:lnTo>
                    <a:lnTo>
                      <a:pt x="407" y="376"/>
                    </a:lnTo>
                    <a:lnTo>
                      <a:pt x="406" y="365"/>
                    </a:lnTo>
                    <a:lnTo>
                      <a:pt x="403" y="354"/>
                    </a:lnTo>
                    <a:lnTo>
                      <a:pt x="399" y="345"/>
                    </a:lnTo>
                    <a:lnTo>
                      <a:pt x="394" y="336"/>
                    </a:lnTo>
                    <a:lnTo>
                      <a:pt x="387" y="328"/>
                    </a:lnTo>
                    <a:lnTo>
                      <a:pt x="380" y="321"/>
                    </a:lnTo>
                    <a:lnTo>
                      <a:pt x="371" y="316"/>
                    </a:lnTo>
                    <a:lnTo>
                      <a:pt x="363" y="311"/>
                    </a:lnTo>
                    <a:lnTo>
                      <a:pt x="271" y="289"/>
                    </a:lnTo>
                    <a:lnTo>
                      <a:pt x="271" y="258"/>
                    </a:lnTo>
                    <a:lnTo>
                      <a:pt x="278" y="253"/>
                    </a:lnTo>
                    <a:lnTo>
                      <a:pt x="284" y="248"/>
                    </a:lnTo>
                    <a:lnTo>
                      <a:pt x="291" y="242"/>
                    </a:lnTo>
                    <a:lnTo>
                      <a:pt x="297" y="236"/>
                    </a:lnTo>
                    <a:lnTo>
                      <a:pt x="308" y="223"/>
                    </a:lnTo>
                    <a:lnTo>
                      <a:pt x="317" y="209"/>
                    </a:lnTo>
                    <a:lnTo>
                      <a:pt x="321" y="200"/>
                    </a:lnTo>
                    <a:lnTo>
                      <a:pt x="324" y="192"/>
                    </a:lnTo>
                    <a:lnTo>
                      <a:pt x="327" y="184"/>
                    </a:lnTo>
                    <a:lnTo>
                      <a:pt x="329" y="175"/>
                    </a:lnTo>
                    <a:lnTo>
                      <a:pt x="332" y="167"/>
                    </a:lnTo>
                    <a:lnTo>
                      <a:pt x="333" y="157"/>
                    </a:lnTo>
                    <a:lnTo>
                      <a:pt x="334" y="149"/>
                    </a:lnTo>
                    <a:lnTo>
                      <a:pt x="334" y="139"/>
                    </a:lnTo>
                    <a:lnTo>
                      <a:pt x="334" y="125"/>
                    </a:lnTo>
                    <a:lnTo>
                      <a:pt x="332" y="111"/>
                    </a:lnTo>
                    <a:lnTo>
                      <a:pt x="328" y="97"/>
                    </a:lnTo>
                    <a:lnTo>
                      <a:pt x="324" y="84"/>
                    </a:lnTo>
                    <a:lnTo>
                      <a:pt x="319" y="72"/>
                    </a:lnTo>
                    <a:lnTo>
                      <a:pt x="312" y="61"/>
                    </a:lnTo>
                    <a:lnTo>
                      <a:pt x="305" y="50"/>
                    </a:lnTo>
                    <a:lnTo>
                      <a:pt x="296" y="40"/>
                    </a:lnTo>
                    <a:lnTo>
                      <a:pt x="288" y="32"/>
                    </a:lnTo>
                    <a:lnTo>
                      <a:pt x="277" y="23"/>
                    </a:lnTo>
                    <a:lnTo>
                      <a:pt x="266" y="17"/>
                    </a:lnTo>
                    <a:lnTo>
                      <a:pt x="255" y="10"/>
                    </a:lnTo>
                    <a:lnTo>
                      <a:pt x="244" y="6"/>
                    </a:lnTo>
                    <a:lnTo>
                      <a:pt x="231" y="3"/>
                    </a:lnTo>
                    <a:lnTo>
                      <a:pt x="219" y="1"/>
                    </a:lnTo>
                    <a:lnTo>
                      <a:pt x="205" y="0"/>
                    </a:lnTo>
                    <a:lnTo>
                      <a:pt x="192" y="1"/>
                    </a:lnTo>
                    <a:lnTo>
                      <a:pt x="179" y="3"/>
                    </a:lnTo>
                    <a:lnTo>
                      <a:pt x="167" y="6"/>
                    </a:lnTo>
                    <a:lnTo>
                      <a:pt x="156" y="10"/>
                    </a:lnTo>
                    <a:lnTo>
                      <a:pt x="144" y="17"/>
                    </a:lnTo>
                    <a:lnTo>
                      <a:pt x="133" y="23"/>
                    </a:lnTo>
                    <a:lnTo>
                      <a:pt x="124" y="32"/>
                    </a:lnTo>
                    <a:lnTo>
                      <a:pt x="114" y="40"/>
                    </a:lnTo>
                    <a:lnTo>
                      <a:pt x="106" y="50"/>
                    </a:lnTo>
                    <a:lnTo>
                      <a:pt x="99" y="61"/>
                    </a:lnTo>
                    <a:lnTo>
                      <a:pt x="92" y="72"/>
                    </a:lnTo>
                    <a:lnTo>
                      <a:pt x="87" y="84"/>
                    </a:lnTo>
                    <a:lnTo>
                      <a:pt x="83" y="97"/>
                    </a:lnTo>
                    <a:lnTo>
                      <a:pt x="80" y="111"/>
                    </a:lnTo>
                    <a:lnTo>
                      <a:pt x="77" y="125"/>
                    </a:lnTo>
                    <a:lnTo>
                      <a:pt x="76" y="139"/>
                    </a:lnTo>
                    <a:lnTo>
                      <a:pt x="76" y="147"/>
                    </a:lnTo>
                    <a:lnTo>
                      <a:pt x="77" y="157"/>
                    </a:lnTo>
                    <a:lnTo>
                      <a:pt x="78" y="166"/>
                    </a:lnTo>
                    <a:lnTo>
                      <a:pt x="81" y="174"/>
                    </a:lnTo>
                    <a:lnTo>
                      <a:pt x="86" y="190"/>
                    </a:lnTo>
                    <a:lnTo>
                      <a:pt x="92" y="206"/>
                    </a:lnTo>
                    <a:lnTo>
                      <a:pt x="101" y="220"/>
                    </a:lnTo>
                    <a:lnTo>
                      <a:pt x="112" y="234"/>
                    </a:lnTo>
                    <a:lnTo>
                      <a:pt x="124" y="246"/>
                    </a:lnTo>
                    <a:lnTo>
                      <a:pt x="136" y="256"/>
                    </a:lnTo>
                    <a:lnTo>
                      <a:pt x="136" y="289"/>
                    </a:lnTo>
                    <a:lnTo>
                      <a:pt x="48" y="313"/>
                    </a:lnTo>
                    <a:lnTo>
                      <a:pt x="39" y="316"/>
                    </a:lnTo>
                    <a:lnTo>
                      <a:pt x="29" y="321"/>
                    </a:lnTo>
                    <a:lnTo>
                      <a:pt x="22" y="328"/>
                    </a:lnTo>
                    <a:lnTo>
                      <a:pt x="14" y="336"/>
                    </a:lnTo>
                    <a:lnTo>
                      <a:pt x="9" y="345"/>
                    </a:lnTo>
                    <a:lnTo>
                      <a:pt x="5" y="354"/>
                    </a:lnTo>
                    <a:lnTo>
                      <a:pt x="1" y="364"/>
                    </a:lnTo>
                    <a:lnTo>
                      <a:pt x="0" y="375"/>
                    </a:lnTo>
                    <a:lnTo>
                      <a:pt x="0" y="406"/>
                    </a:lnTo>
                    <a:lnTo>
                      <a:pt x="202" y="406"/>
                    </a:lnTo>
                    <a:lnTo>
                      <a:pt x="239" y="4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4" name="Google Shape;368;p7">
                <a:extLst>
                  <a:ext uri="{FF2B5EF4-FFF2-40B4-BE49-F238E27FC236}">
                    <a16:creationId xmlns:a16="http://schemas.microsoft.com/office/drawing/2014/main" id="{4636D173-D025-3E6B-F0C4-146A1839CA4A}"/>
                  </a:ext>
                </a:extLst>
              </p:cNvPr>
              <p:cNvSpPr/>
              <p:nvPr/>
            </p:nvSpPr>
            <p:spPr>
              <a:xfrm>
                <a:off x="5622925" y="1920875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6" extrusionOk="0">
                    <a:moveTo>
                      <a:pt x="239" y="376"/>
                    </a:moveTo>
                    <a:lnTo>
                      <a:pt x="201" y="376"/>
                    </a:lnTo>
                    <a:lnTo>
                      <a:pt x="30" y="376"/>
                    </a:lnTo>
                    <a:lnTo>
                      <a:pt x="30" y="375"/>
                    </a:lnTo>
                    <a:lnTo>
                      <a:pt x="31" y="369"/>
                    </a:lnTo>
                    <a:lnTo>
                      <a:pt x="32" y="364"/>
                    </a:lnTo>
                    <a:lnTo>
                      <a:pt x="34" y="359"/>
                    </a:lnTo>
                    <a:lnTo>
                      <a:pt x="37" y="354"/>
                    </a:lnTo>
                    <a:lnTo>
                      <a:pt x="41" y="350"/>
                    </a:lnTo>
                    <a:lnTo>
                      <a:pt x="46" y="346"/>
                    </a:lnTo>
                    <a:lnTo>
                      <a:pt x="50" y="343"/>
                    </a:lnTo>
                    <a:lnTo>
                      <a:pt x="55" y="342"/>
                    </a:lnTo>
                    <a:lnTo>
                      <a:pt x="166" y="311"/>
                    </a:lnTo>
                    <a:lnTo>
                      <a:pt x="166" y="271"/>
                    </a:lnTo>
                    <a:lnTo>
                      <a:pt x="174" y="274"/>
                    </a:lnTo>
                    <a:lnTo>
                      <a:pt x="184" y="276"/>
                    </a:lnTo>
                    <a:lnTo>
                      <a:pt x="195" y="277"/>
                    </a:lnTo>
                    <a:lnTo>
                      <a:pt x="204" y="278"/>
                    </a:lnTo>
                    <a:lnTo>
                      <a:pt x="214" y="277"/>
                    </a:lnTo>
                    <a:lnTo>
                      <a:pt x="223" y="276"/>
                    </a:lnTo>
                    <a:lnTo>
                      <a:pt x="232" y="275"/>
                    </a:lnTo>
                    <a:lnTo>
                      <a:pt x="241" y="272"/>
                    </a:lnTo>
                    <a:lnTo>
                      <a:pt x="241" y="311"/>
                    </a:lnTo>
                    <a:lnTo>
                      <a:pt x="353" y="340"/>
                    </a:lnTo>
                    <a:lnTo>
                      <a:pt x="358" y="343"/>
                    </a:lnTo>
                    <a:lnTo>
                      <a:pt x="362" y="346"/>
                    </a:lnTo>
                    <a:lnTo>
                      <a:pt x="366" y="349"/>
                    </a:lnTo>
                    <a:lnTo>
                      <a:pt x="370" y="353"/>
                    </a:lnTo>
                    <a:lnTo>
                      <a:pt x="372" y="359"/>
                    </a:lnTo>
                    <a:lnTo>
                      <a:pt x="374" y="364"/>
                    </a:lnTo>
                    <a:lnTo>
                      <a:pt x="376" y="369"/>
                    </a:lnTo>
                    <a:lnTo>
                      <a:pt x="376" y="376"/>
                    </a:lnTo>
                    <a:lnTo>
                      <a:pt x="239" y="376"/>
                    </a:lnTo>
                    <a:close/>
                    <a:moveTo>
                      <a:pt x="106" y="139"/>
                    </a:moveTo>
                    <a:lnTo>
                      <a:pt x="106" y="138"/>
                    </a:lnTo>
                    <a:lnTo>
                      <a:pt x="106" y="136"/>
                    </a:lnTo>
                    <a:lnTo>
                      <a:pt x="119" y="140"/>
                    </a:lnTo>
                    <a:lnTo>
                      <a:pt x="134" y="142"/>
                    </a:lnTo>
                    <a:lnTo>
                      <a:pt x="148" y="142"/>
                    </a:lnTo>
                    <a:lnTo>
                      <a:pt x="163" y="141"/>
                    </a:lnTo>
                    <a:lnTo>
                      <a:pt x="178" y="139"/>
                    </a:lnTo>
                    <a:lnTo>
                      <a:pt x="193" y="134"/>
                    </a:lnTo>
                    <a:lnTo>
                      <a:pt x="208" y="127"/>
                    </a:lnTo>
                    <a:lnTo>
                      <a:pt x="221" y="119"/>
                    </a:lnTo>
                    <a:lnTo>
                      <a:pt x="226" y="124"/>
                    </a:lnTo>
                    <a:lnTo>
                      <a:pt x="230" y="128"/>
                    </a:lnTo>
                    <a:lnTo>
                      <a:pt x="237" y="131"/>
                    </a:lnTo>
                    <a:lnTo>
                      <a:pt x="242" y="135"/>
                    </a:lnTo>
                    <a:lnTo>
                      <a:pt x="248" y="138"/>
                    </a:lnTo>
                    <a:lnTo>
                      <a:pt x="255" y="140"/>
                    </a:lnTo>
                    <a:lnTo>
                      <a:pt x="261" y="142"/>
                    </a:lnTo>
                    <a:lnTo>
                      <a:pt x="269" y="143"/>
                    </a:lnTo>
                    <a:lnTo>
                      <a:pt x="275" y="144"/>
                    </a:lnTo>
                    <a:lnTo>
                      <a:pt x="282" y="144"/>
                    </a:lnTo>
                    <a:lnTo>
                      <a:pt x="292" y="143"/>
                    </a:lnTo>
                    <a:lnTo>
                      <a:pt x="303" y="141"/>
                    </a:lnTo>
                    <a:lnTo>
                      <a:pt x="303" y="152"/>
                    </a:lnTo>
                    <a:lnTo>
                      <a:pt x="301" y="162"/>
                    </a:lnTo>
                    <a:lnTo>
                      <a:pt x="299" y="173"/>
                    </a:lnTo>
                    <a:lnTo>
                      <a:pt x="294" y="183"/>
                    </a:lnTo>
                    <a:lnTo>
                      <a:pt x="290" y="191"/>
                    </a:lnTo>
                    <a:lnTo>
                      <a:pt x="286" y="201"/>
                    </a:lnTo>
                    <a:lnTo>
                      <a:pt x="279" y="209"/>
                    </a:lnTo>
                    <a:lnTo>
                      <a:pt x="274" y="216"/>
                    </a:lnTo>
                    <a:lnTo>
                      <a:pt x="267" y="224"/>
                    </a:lnTo>
                    <a:lnTo>
                      <a:pt x="259" y="230"/>
                    </a:lnTo>
                    <a:lnTo>
                      <a:pt x="251" y="235"/>
                    </a:lnTo>
                    <a:lnTo>
                      <a:pt x="243" y="240"/>
                    </a:lnTo>
                    <a:lnTo>
                      <a:pt x="233" y="243"/>
                    </a:lnTo>
                    <a:lnTo>
                      <a:pt x="224" y="246"/>
                    </a:lnTo>
                    <a:lnTo>
                      <a:pt x="214" y="247"/>
                    </a:lnTo>
                    <a:lnTo>
                      <a:pt x="204" y="248"/>
                    </a:lnTo>
                    <a:lnTo>
                      <a:pt x="195" y="247"/>
                    </a:lnTo>
                    <a:lnTo>
                      <a:pt x="185" y="245"/>
                    </a:lnTo>
                    <a:lnTo>
                      <a:pt x="175" y="243"/>
                    </a:lnTo>
                    <a:lnTo>
                      <a:pt x="166" y="240"/>
                    </a:lnTo>
                    <a:lnTo>
                      <a:pt x="157" y="234"/>
                    </a:lnTo>
                    <a:lnTo>
                      <a:pt x="150" y="229"/>
                    </a:lnTo>
                    <a:lnTo>
                      <a:pt x="142" y="223"/>
                    </a:lnTo>
                    <a:lnTo>
                      <a:pt x="135" y="216"/>
                    </a:lnTo>
                    <a:lnTo>
                      <a:pt x="128" y="208"/>
                    </a:lnTo>
                    <a:lnTo>
                      <a:pt x="123" y="200"/>
                    </a:lnTo>
                    <a:lnTo>
                      <a:pt x="118" y="190"/>
                    </a:lnTo>
                    <a:lnTo>
                      <a:pt x="113" y="181"/>
                    </a:lnTo>
                    <a:lnTo>
                      <a:pt x="110" y="171"/>
                    </a:lnTo>
                    <a:lnTo>
                      <a:pt x="108" y="160"/>
                    </a:lnTo>
                    <a:lnTo>
                      <a:pt x="106" y="150"/>
                    </a:lnTo>
                    <a:lnTo>
                      <a:pt x="106" y="139"/>
                    </a:lnTo>
                    <a:close/>
                    <a:moveTo>
                      <a:pt x="204" y="30"/>
                    </a:moveTo>
                    <a:lnTo>
                      <a:pt x="213" y="30"/>
                    </a:lnTo>
                    <a:lnTo>
                      <a:pt x="222" y="32"/>
                    </a:lnTo>
                    <a:lnTo>
                      <a:pt x="229" y="33"/>
                    </a:lnTo>
                    <a:lnTo>
                      <a:pt x="238" y="36"/>
                    </a:lnTo>
                    <a:lnTo>
                      <a:pt x="244" y="39"/>
                    </a:lnTo>
                    <a:lnTo>
                      <a:pt x="252" y="43"/>
                    </a:lnTo>
                    <a:lnTo>
                      <a:pt x="259" y="48"/>
                    </a:lnTo>
                    <a:lnTo>
                      <a:pt x="266" y="53"/>
                    </a:lnTo>
                    <a:lnTo>
                      <a:pt x="271" y="58"/>
                    </a:lnTo>
                    <a:lnTo>
                      <a:pt x="276" y="65"/>
                    </a:lnTo>
                    <a:lnTo>
                      <a:pt x="282" y="71"/>
                    </a:lnTo>
                    <a:lnTo>
                      <a:pt x="287" y="78"/>
                    </a:lnTo>
                    <a:lnTo>
                      <a:pt x="291" y="85"/>
                    </a:lnTo>
                    <a:lnTo>
                      <a:pt x="294" y="94"/>
                    </a:lnTo>
                    <a:lnTo>
                      <a:pt x="298" y="102"/>
                    </a:lnTo>
                    <a:lnTo>
                      <a:pt x="300" y="110"/>
                    </a:lnTo>
                    <a:lnTo>
                      <a:pt x="294" y="112"/>
                    </a:lnTo>
                    <a:lnTo>
                      <a:pt x="288" y="113"/>
                    </a:lnTo>
                    <a:lnTo>
                      <a:pt x="281" y="114"/>
                    </a:lnTo>
                    <a:lnTo>
                      <a:pt x="273" y="113"/>
                    </a:lnTo>
                    <a:lnTo>
                      <a:pt x="264" y="112"/>
                    </a:lnTo>
                    <a:lnTo>
                      <a:pt x="255" y="108"/>
                    </a:lnTo>
                    <a:lnTo>
                      <a:pt x="249" y="105"/>
                    </a:lnTo>
                    <a:lnTo>
                      <a:pt x="245" y="100"/>
                    </a:lnTo>
                    <a:lnTo>
                      <a:pt x="241" y="96"/>
                    </a:lnTo>
                    <a:lnTo>
                      <a:pt x="237" y="90"/>
                    </a:lnTo>
                    <a:lnTo>
                      <a:pt x="234" y="87"/>
                    </a:lnTo>
                    <a:lnTo>
                      <a:pt x="232" y="84"/>
                    </a:lnTo>
                    <a:lnTo>
                      <a:pt x="229" y="83"/>
                    </a:lnTo>
                    <a:lnTo>
                      <a:pt x="226" y="82"/>
                    </a:lnTo>
                    <a:lnTo>
                      <a:pt x="223" y="82"/>
                    </a:lnTo>
                    <a:lnTo>
                      <a:pt x="218" y="83"/>
                    </a:lnTo>
                    <a:lnTo>
                      <a:pt x="216" y="84"/>
                    </a:lnTo>
                    <a:lnTo>
                      <a:pt x="213" y="86"/>
                    </a:lnTo>
                    <a:lnTo>
                      <a:pt x="207" y="92"/>
                    </a:lnTo>
                    <a:lnTo>
                      <a:pt x="201" y="96"/>
                    </a:lnTo>
                    <a:lnTo>
                      <a:pt x="195" y="100"/>
                    </a:lnTo>
                    <a:lnTo>
                      <a:pt x="188" y="104"/>
                    </a:lnTo>
                    <a:lnTo>
                      <a:pt x="181" y="107"/>
                    </a:lnTo>
                    <a:lnTo>
                      <a:pt x="174" y="109"/>
                    </a:lnTo>
                    <a:lnTo>
                      <a:pt x="167" y="111"/>
                    </a:lnTo>
                    <a:lnTo>
                      <a:pt x="160" y="112"/>
                    </a:lnTo>
                    <a:lnTo>
                      <a:pt x="147" y="113"/>
                    </a:lnTo>
                    <a:lnTo>
                      <a:pt x="134" y="112"/>
                    </a:lnTo>
                    <a:lnTo>
                      <a:pt x="121" y="110"/>
                    </a:lnTo>
                    <a:lnTo>
                      <a:pt x="110" y="106"/>
                    </a:lnTo>
                    <a:lnTo>
                      <a:pt x="113" y="97"/>
                    </a:lnTo>
                    <a:lnTo>
                      <a:pt x="117" y="90"/>
                    </a:lnTo>
                    <a:lnTo>
                      <a:pt x="120" y="82"/>
                    </a:lnTo>
                    <a:lnTo>
                      <a:pt x="124" y="76"/>
                    </a:lnTo>
                    <a:lnTo>
                      <a:pt x="129" y="68"/>
                    </a:lnTo>
                    <a:lnTo>
                      <a:pt x="135" y="63"/>
                    </a:lnTo>
                    <a:lnTo>
                      <a:pt x="140" y="56"/>
                    </a:lnTo>
                    <a:lnTo>
                      <a:pt x="145" y="51"/>
                    </a:lnTo>
                    <a:lnTo>
                      <a:pt x="152" y="47"/>
                    </a:lnTo>
                    <a:lnTo>
                      <a:pt x="158" y="42"/>
                    </a:lnTo>
                    <a:lnTo>
                      <a:pt x="166" y="38"/>
                    </a:lnTo>
                    <a:lnTo>
                      <a:pt x="173" y="35"/>
                    </a:lnTo>
                    <a:lnTo>
                      <a:pt x="181" y="33"/>
                    </a:lnTo>
                    <a:lnTo>
                      <a:pt x="188" y="31"/>
                    </a:lnTo>
                    <a:lnTo>
                      <a:pt x="197" y="30"/>
                    </a:lnTo>
                    <a:lnTo>
                      <a:pt x="204" y="30"/>
                    </a:lnTo>
                    <a:close/>
                    <a:moveTo>
                      <a:pt x="361" y="311"/>
                    </a:moveTo>
                    <a:lnTo>
                      <a:pt x="271" y="289"/>
                    </a:lnTo>
                    <a:lnTo>
                      <a:pt x="271" y="258"/>
                    </a:lnTo>
                    <a:lnTo>
                      <a:pt x="277" y="253"/>
                    </a:lnTo>
                    <a:lnTo>
                      <a:pt x="284" y="248"/>
                    </a:lnTo>
                    <a:lnTo>
                      <a:pt x="290" y="242"/>
                    </a:lnTo>
                    <a:lnTo>
                      <a:pt x="297" y="236"/>
                    </a:lnTo>
                    <a:lnTo>
                      <a:pt x="307" y="223"/>
                    </a:lnTo>
                    <a:lnTo>
                      <a:pt x="316" y="209"/>
                    </a:lnTo>
                    <a:lnTo>
                      <a:pt x="320" y="200"/>
                    </a:lnTo>
                    <a:lnTo>
                      <a:pt x="323" y="192"/>
                    </a:lnTo>
                    <a:lnTo>
                      <a:pt x="327" y="184"/>
                    </a:lnTo>
                    <a:lnTo>
                      <a:pt x="329" y="175"/>
                    </a:lnTo>
                    <a:lnTo>
                      <a:pt x="331" y="167"/>
                    </a:lnTo>
                    <a:lnTo>
                      <a:pt x="332" y="157"/>
                    </a:lnTo>
                    <a:lnTo>
                      <a:pt x="333" y="149"/>
                    </a:lnTo>
                    <a:lnTo>
                      <a:pt x="333" y="139"/>
                    </a:lnTo>
                    <a:lnTo>
                      <a:pt x="333" y="125"/>
                    </a:lnTo>
                    <a:lnTo>
                      <a:pt x="331" y="111"/>
                    </a:lnTo>
                    <a:lnTo>
                      <a:pt x="328" y="97"/>
                    </a:lnTo>
                    <a:lnTo>
                      <a:pt x="323" y="84"/>
                    </a:lnTo>
                    <a:lnTo>
                      <a:pt x="318" y="72"/>
                    </a:lnTo>
                    <a:lnTo>
                      <a:pt x="312" y="61"/>
                    </a:lnTo>
                    <a:lnTo>
                      <a:pt x="304" y="50"/>
                    </a:lnTo>
                    <a:lnTo>
                      <a:pt x="296" y="40"/>
                    </a:lnTo>
                    <a:lnTo>
                      <a:pt x="287" y="32"/>
                    </a:lnTo>
                    <a:lnTo>
                      <a:pt x="276" y="23"/>
                    </a:lnTo>
                    <a:lnTo>
                      <a:pt x="266" y="17"/>
                    </a:lnTo>
                    <a:lnTo>
                      <a:pt x="255" y="10"/>
                    </a:lnTo>
                    <a:lnTo>
                      <a:pt x="243" y="6"/>
                    </a:lnTo>
                    <a:lnTo>
                      <a:pt x="230" y="3"/>
                    </a:lnTo>
                    <a:lnTo>
                      <a:pt x="217" y="1"/>
                    </a:lnTo>
                    <a:lnTo>
                      <a:pt x="204" y="0"/>
                    </a:lnTo>
                    <a:lnTo>
                      <a:pt x="192" y="1"/>
                    </a:lnTo>
                    <a:lnTo>
                      <a:pt x="179" y="3"/>
                    </a:lnTo>
                    <a:lnTo>
                      <a:pt x="166" y="6"/>
                    </a:lnTo>
                    <a:lnTo>
                      <a:pt x="154" y="10"/>
                    </a:lnTo>
                    <a:lnTo>
                      <a:pt x="143" y="17"/>
                    </a:lnTo>
                    <a:lnTo>
                      <a:pt x="133" y="23"/>
                    </a:lnTo>
                    <a:lnTo>
                      <a:pt x="123" y="32"/>
                    </a:lnTo>
                    <a:lnTo>
                      <a:pt x="113" y="40"/>
                    </a:lnTo>
                    <a:lnTo>
                      <a:pt x="105" y="50"/>
                    </a:lnTo>
                    <a:lnTo>
                      <a:pt x="98" y="61"/>
                    </a:lnTo>
                    <a:lnTo>
                      <a:pt x="92" y="72"/>
                    </a:lnTo>
                    <a:lnTo>
                      <a:pt x="85" y="84"/>
                    </a:lnTo>
                    <a:lnTo>
                      <a:pt x="81" y="97"/>
                    </a:lnTo>
                    <a:lnTo>
                      <a:pt x="78" y="111"/>
                    </a:lnTo>
                    <a:lnTo>
                      <a:pt x="77" y="125"/>
                    </a:lnTo>
                    <a:lnTo>
                      <a:pt x="76" y="139"/>
                    </a:lnTo>
                    <a:lnTo>
                      <a:pt x="76" y="147"/>
                    </a:lnTo>
                    <a:lnTo>
                      <a:pt x="77" y="157"/>
                    </a:lnTo>
                    <a:lnTo>
                      <a:pt x="78" y="166"/>
                    </a:lnTo>
                    <a:lnTo>
                      <a:pt x="80" y="174"/>
                    </a:lnTo>
                    <a:lnTo>
                      <a:pt x="85" y="190"/>
                    </a:lnTo>
                    <a:lnTo>
                      <a:pt x="92" y="206"/>
                    </a:lnTo>
                    <a:lnTo>
                      <a:pt x="100" y="220"/>
                    </a:lnTo>
                    <a:lnTo>
                      <a:pt x="111" y="234"/>
                    </a:lnTo>
                    <a:lnTo>
                      <a:pt x="123" y="246"/>
                    </a:lnTo>
                    <a:lnTo>
                      <a:pt x="136" y="256"/>
                    </a:lnTo>
                    <a:lnTo>
                      <a:pt x="136" y="289"/>
                    </a:lnTo>
                    <a:lnTo>
                      <a:pt x="47" y="313"/>
                    </a:lnTo>
                    <a:lnTo>
                      <a:pt x="37" y="316"/>
                    </a:lnTo>
                    <a:lnTo>
                      <a:pt x="29" y="321"/>
                    </a:lnTo>
                    <a:lnTo>
                      <a:pt x="21" y="328"/>
                    </a:lnTo>
                    <a:lnTo>
                      <a:pt x="14" y="336"/>
                    </a:lnTo>
                    <a:lnTo>
                      <a:pt x="8" y="345"/>
                    </a:lnTo>
                    <a:lnTo>
                      <a:pt x="4" y="354"/>
                    </a:lnTo>
                    <a:lnTo>
                      <a:pt x="1" y="364"/>
                    </a:lnTo>
                    <a:lnTo>
                      <a:pt x="0" y="375"/>
                    </a:lnTo>
                    <a:lnTo>
                      <a:pt x="0" y="406"/>
                    </a:lnTo>
                    <a:lnTo>
                      <a:pt x="201" y="406"/>
                    </a:lnTo>
                    <a:lnTo>
                      <a:pt x="239" y="406"/>
                    </a:lnTo>
                    <a:lnTo>
                      <a:pt x="406" y="406"/>
                    </a:lnTo>
                    <a:lnTo>
                      <a:pt x="406" y="376"/>
                    </a:lnTo>
                    <a:lnTo>
                      <a:pt x="405" y="365"/>
                    </a:lnTo>
                    <a:lnTo>
                      <a:pt x="403" y="354"/>
                    </a:lnTo>
                    <a:lnTo>
                      <a:pt x="398" y="345"/>
                    </a:lnTo>
                    <a:lnTo>
                      <a:pt x="393" y="336"/>
                    </a:lnTo>
                    <a:lnTo>
                      <a:pt x="387" y="328"/>
                    </a:lnTo>
                    <a:lnTo>
                      <a:pt x="379" y="321"/>
                    </a:lnTo>
                    <a:lnTo>
                      <a:pt x="371" y="316"/>
                    </a:lnTo>
                    <a:lnTo>
                      <a:pt x="361" y="3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5" name="Google Shape;369;p7">
                <a:extLst>
                  <a:ext uri="{FF2B5EF4-FFF2-40B4-BE49-F238E27FC236}">
                    <a16:creationId xmlns:a16="http://schemas.microsoft.com/office/drawing/2014/main" id="{DC66A48E-C2ED-7553-6969-7397DE24131B}"/>
                  </a:ext>
                </a:extLst>
              </p:cNvPr>
              <p:cNvSpPr/>
              <p:nvPr/>
            </p:nvSpPr>
            <p:spPr>
              <a:xfrm>
                <a:off x="5543550" y="2073275"/>
                <a:ext cx="130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409" h="409" extrusionOk="0">
                    <a:moveTo>
                      <a:pt x="379" y="379"/>
                    </a:moveTo>
                    <a:lnTo>
                      <a:pt x="224" y="379"/>
                    </a:lnTo>
                    <a:lnTo>
                      <a:pt x="186" y="379"/>
                    </a:lnTo>
                    <a:lnTo>
                      <a:pt x="30" y="379"/>
                    </a:lnTo>
                    <a:lnTo>
                      <a:pt x="30" y="375"/>
                    </a:lnTo>
                    <a:lnTo>
                      <a:pt x="31" y="370"/>
                    </a:lnTo>
                    <a:lnTo>
                      <a:pt x="32" y="364"/>
                    </a:lnTo>
                    <a:lnTo>
                      <a:pt x="35" y="359"/>
                    </a:lnTo>
                    <a:lnTo>
                      <a:pt x="37" y="355"/>
                    </a:lnTo>
                    <a:lnTo>
                      <a:pt x="42" y="349"/>
                    </a:lnTo>
                    <a:lnTo>
                      <a:pt x="46" y="346"/>
                    </a:lnTo>
                    <a:lnTo>
                      <a:pt x="50" y="343"/>
                    </a:lnTo>
                    <a:lnTo>
                      <a:pt x="56" y="341"/>
                    </a:lnTo>
                    <a:lnTo>
                      <a:pt x="163" y="311"/>
                    </a:lnTo>
                    <a:lnTo>
                      <a:pt x="163" y="270"/>
                    </a:lnTo>
                    <a:lnTo>
                      <a:pt x="172" y="273"/>
                    </a:lnTo>
                    <a:lnTo>
                      <a:pt x="183" y="275"/>
                    </a:lnTo>
                    <a:lnTo>
                      <a:pt x="194" y="277"/>
                    </a:lnTo>
                    <a:lnTo>
                      <a:pt x="205" y="277"/>
                    </a:lnTo>
                    <a:lnTo>
                      <a:pt x="215" y="277"/>
                    </a:lnTo>
                    <a:lnTo>
                      <a:pt x="226" y="275"/>
                    </a:lnTo>
                    <a:lnTo>
                      <a:pt x="237" y="273"/>
                    </a:lnTo>
                    <a:lnTo>
                      <a:pt x="246" y="270"/>
                    </a:lnTo>
                    <a:lnTo>
                      <a:pt x="246" y="311"/>
                    </a:lnTo>
                    <a:lnTo>
                      <a:pt x="354" y="341"/>
                    </a:lnTo>
                    <a:lnTo>
                      <a:pt x="359" y="343"/>
                    </a:lnTo>
                    <a:lnTo>
                      <a:pt x="363" y="346"/>
                    </a:lnTo>
                    <a:lnTo>
                      <a:pt x="368" y="349"/>
                    </a:lnTo>
                    <a:lnTo>
                      <a:pt x="372" y="355"/>
                    </a:lnTo>
                    <a:lnTo>
                      <a:pt x="375" y="359"/>
                    </a:lnTo>
                    <a:lnTo>
                      <a:pt x="377" y="364"/>
                    </a:lnTo>
                    <a:lnTo>
                      <a:pt x="379" y="370"/>
                    </a:lnTo>
                    <a:lnTo>
                      <a:pt x="379" y="375"/>
                    </a:lnTo>
                    <a:lnTo>
                      <a:pt x="379" y="379"/>
                    </a:lnTo>
                    <a:close/>
                    <a:moveTo>
                      <a:pt x="106" y="139"/>
                    </a:moveTo>
                    <a:lnTo>
                      <a:pt x="106" y="137"/>
                    </a:lnTo>
                    <a:lnTo>
                      <a:pt x="106" y="136"/>
                    </a:lnTo>
                    <a:lnTo>
                      <a:pt x="120" y="140"/>
                    </a:lnTo>
                    <a:lnTo>
                      <a:pt x="134" y="142"/>
                    </a:lnTo>
                    <a:lnTo>
                      <a:pt x="148" y="142"/>
                    </a:lnTo>
                    <a:lnTo>
                      <a:pt x="163" y="141"/>
                    </a:lnTo>
                    <a:lnTo>
                      <a:pt x="179" y="139"/>
                    </a:lnTo>
                    <a:lnTo>
                      <a:pt x="193" y="134"/>
                    </a:lnTo>
                    <a:lnTo>
                      <a:pt x="208" y="127"/>
                    </a:lnTo>
                    <a:lnTo>
                      <a:pt x="221" y="119"/>
                    </a:lnTo>
                    <a:lnTo>
                      <a:pt x="226" y="123"/>
                    </a:lnTo>
                    <a:lnTo>
                      <a:pt x="230" y="127"/>
                    </a:lnTo>
                    <a:lnTo>
                      <a:pt x="236" y="132"/>
                    </a:lnTo>
                    <a:lnTo>
                      <a:pt x="242" y="135"/>
                    </a:lnTo>
                    <a:lnTo>
                      <a:pt x="247" y="137"/>
                    </a:lnTo>
                    <a:lnTo>
                      <a:pt x="254" y="139"/>
                    </a:lnTo>
                    <a:lnTo>
                      <a:pt x="260" y="141"/>
                    </a:lnTo>
                    <a:lnTo>
                      <a:pt x="268" y="142"/>
                    </a:lnTo>
                    <a:lnTo>
                      <a:pt x="273" y="143"/>
                    </a:lnTo>
                    <a:lnTo>
                      <a:pt x="280" y="143"/>
                    </a:lnTo>
                    <a:lnTo>
                      <a:pt x="293" y="142"/>
                    </a:lnTo>
                    <a:lnTo>
                      <a:pt x="303" y="140"/>
                    </a:lnTo>
                    <a:lnTo>
                      <a:pt x="303" y="151"/>
                    </a:lnTo>
                    <a:lnTo>
                      <a:pt x="301" y="162"/>
                    </a:lnTo>
                    <a:lnTo>
                      <a:pt x="299" y="172"/>
                    </a:lnTo>
                    <a:lnTo>
                      <a:pt x="296" y="182"/>
                    </a:lnTo>
                    <a:lnTo>
                      <a:pt x="291" y="192"/>
                    </a:lnTo>
                    <a:lnTo>
                      <a:pt x="286" y="200"/>
                    </a:lnTo>
                    <a:lnTo>
                      <a:pt x="281" y="209"/>
                    </a:lnTo>
                    <a:lnTo>
                      <a:pt x="274" y="216"/>
                    </a:lnTo>
                    <a:lnTo>
                      <a:pt x="267" y="223"/>
                    </a:lnTo>
                    <a:lnTo>
                      <a:pt x="259" y="229"/>
                    </a:lnTo>
                    <a:lnTo>
                      <a:pt x="252" y="234"/>
                    </a:lnTo>
                    <a:lnTo>
                      <a:pt x="243" y="239"/>
                    </a:lnTo>
                    <a:lnTo>
                      <a:pt x="234" y="243"/>
                    </a:lnTo>
                    <a:lnTo>
                      <a:pt x="225" y="245"/>
                    </a:lnTo>
                    <a:lnTo>
                      <a:pt x="215" y="247"/>
                    </a:lnTo>
                    <a:lnTo>
                      <a:pt x="205" y="247"/>
                    </a:lnTo>
                    <a:lnTo>
                      <a:pt x="195" y="247"/>
                    </a:lnTo>
                    <a:lnTo>
                      <a:pt x="185" y="245"/>
                    </a:lnTo>
                    <a:lnTo>
                      <a:pt x="176" y="243"/>
                    </a:lnTo>
                    <a:lnTo>
                      <a:pt x="166" y="239"/>
                    </a:lnTo>
                    <a:lnTo>
                      <a:pt x="157" y="234"/>
                    </a:lnTo>
                    <a:lnTo>
                      <a:pt x="150" y="229"/>
                    </a:lnTo>
                    <a:lnTo>
                      <a:pt x="142" y="223"/>
                    </a:lnTo>
                    <a:lnTo>
                      <a:pt x="135" y="216"/>
                    </a:lnTo>
                    <a:lnTo>
                      <a:pt x="128" y="208"/>
                    </a:lnTo>
                    <a:lnTo>
                      <a:pt x="123" y="199"/>
                    </a:lnTo>
                    <a:lnTo>
                      <a:pt x="118" y="191"/>
                    </a:lnTo>
                    <a:lnTo>
                      <a:pt x="113" y="181"/>
                    </a:lnTo>
                    <a:lnTo>
                      <a:pt x="110" y="171"/>
                    </a:lnTo>
                    <a:lnTo>
                      <a:pt x="108" y="160"/>
                    </a:lnTo>
                    <a:lnTo>
                      <a:pt x="107" y="150"/>
                    </a:lnTo>
                    <a:lnTo>
                      <a:pt x="106" y="139"/>
                    </a:lnTo>
                    <a:close/>
                    <a:moveTo>
                      <a:pt x="205" y="30"/>
                    </a:moveTo>
                    <a:lnTo>
                      <a:pt x="213" y="30"/>
                    </a:lnTo>
                    <a:lnTo>
                      <a:pt x="222" y="31"/>
                    </a:lnTo>
                    <a:lnTo>
                      <a:pt x="229" y="33"/>
                    </a:lnTo>
                    <a:lnTo>
                      <a:pt x="237" y="36"/>
                    </a:lnTo>
                    <a:lnTo>
                      <a:pt x="244" y="39"/>
                    </a:lnTo>
                    <a:lnTo>
                      <a:pt x="252" y="43"/>
                    </a:lnTo>
                    <a:lnTo>
                      <a:pt x="258" y="47"/>
                    </a:lnTo>
                    <a:lnTo>
                      <a:pt x="265" y="52"/>
                    </a:lnTo>
                    <a:lnTo>
                      <a:pt x="271" y="58"/>
                    </a:lnTo>
                    <a:lnTo>
                      <a:pt x="276" y="64"/>
                    </a:lnTo>
                    <a:lnTo>
                      <a:pt x="282" y="70"/>
                    </a:lnTo>
                    <a:lnTo>
                      <a:pt x="286" y="78"/>
                    </a:lnTo>
                    <a:lnTo>
                      <a:pt x="290" y="85"/>
                    </a:lnTo>
                    <a:lnTo>
                      <a:pt x="295" y="93"/>
                    </a:lnTo>
                    <a:lnTo>
                      <a:pt x="297" y="100"/>
                    </a:lnTo>
                    <a:lnTo>
                      <a:pt x="300" y="109"/>
                    </a:lnTo>
                    <a:lnTo>
                      <a:pt x="294" y="111"/>
                    </a:lnTo>
                    <a:lnTo>
                      <a:pt x="287" y="113"/>
                    </a:lnTo>
                    <a:lnTo>
                      <a:pt x="280" y="113"/>
                    </a:lnTo>
                    <a:lnTo>
                      <a:pt x="272" y="112"/>
                    </a:lnTo>
                    <a:lnTo>
                      <a:pt x="264" y="111"/>
                    </a:lnTo>
                    <a:lnTo>
                      <a:pt x="254" y="107"/>
                    </a:lnTo>
                    <a:lnTo>
                      <a:pt x="250" y="104"/>
                    </a:lnTo>
                    <a:lnTo>
                      <a:pt x="245" y="100"/>
                    </a:lnTo>
                    <a:lnTo>
                      <a:pt x="241" y="95"/>
                    </a:lnTo>
                    <a:lnTo>
                      <a:pt x="237" y="90"/>
                    </a:lnTo>
                    <a:lnTo>
                      <a:pt x="235" y="87"/>
                    </a:lnTo>
                    <a:lnTo>
                      <a:pt x="232" y="84"/>
                    </a:lnTo>
                    <a:lnTo>
                      <a:pt x="229" y="83"/>
                    </a:lnTo>
                    <a:lnTo>
                      <a:pt x="226" y="82"/>
                    </a:lnTo>
                    <a:lnTo>
                      <a:pt x="223" y="82"/>
                    </a:lnTo>
                    <a:lnTo>
                      <a:pt x="219" y="82"/>
                    </a:lnTo>
                    <a:lnTo>
                      <a:pt x="216" y="84"/>
                    </a:lnTo>
                    <a:lnTo>
                      <a:pt x="213" y="87"/>
                    </a:lnTo>
                    <a:lnTo>
                      <a:pt x="207" y="92"/>
                    </a:lnTo>
                    <a:lnTo>
                      <a:pt x="201" y="96"/>
                    </a:lnTo>
                    <a:lnTo>
                      <a:pt x="195" y="100"/>
                    </a:lnTo>
                    <a:lnTo>
                      <a:pt x="189" y="104"/>
                    </a:lnTo>
                    <a:lnTo>
                      <a:pt x="181" y="107"/>
                    </a:lnTo>
                    <a:lnTo>
                      <a:pt x="175" y="109"/>
                    </a:lnTo>
                    <a:lnTo>
                      <a:pt x="167" y="110"/>
                    </a:lnTo>
                    <a:lnTo>
                      <a:pt x="161" y="112"/>
                    </a:lnTo>
                    <a:lnTo>
                      <a:pt x="147" y="112"/>
                    </a:lnTo>
                    <a:lnTo>
                      <a:pt x="134" y="112"/>
                    </a:lnTo>
                    <a:lnTo>
                      <a:pt x="121" y="109"/>
                    </a:lnTo>
                    <a:lnTo>
                      <a:pt x="111" y="106"/>
                    </a:lnTo>
                    <a:lnTo>
                      <a:pt x="113" y="97"/>
                    </a:lnTo>
                    <a:lnTo>
                      <a:pt x="117" y="90"/>
                    </a:lnTo>
                    <a:lnTo>
                      <a:pt x="120" y="82"/>
                    </a:lnTo>
                    <a:lnTo>
                      <a:pt x="124" y="75"/>
                    </a:lnTo>
                    <a:lnTo>
                      <a:pt x="130" y="68"/>
                    </a:lnTo>
                    <a:lnTo>
                      <a:pt x="135" y="62"/>
                    </a:lnTo>
                    <a:lnTo>
                      <a:pt x="140" y="56"/>
                    </a:lnTo>
                    <a:lnTo>
                      <a:pt x="146" y="51"/>
                    </a:lnTo>
                    <a:lnTo>
                      <a:pt x="152" y="47"/>
                    </a:lnTo>
                    <a:lnTo>
                      <a:pt x="159" y="43"/>
                    </a:lnTo>
                    <a:lnTo>
                      <a:pt x="166" y="38"/>
                    </a:lnTo>
                    <a:lnTo>
                      <a:pt x="174" y="35"/>
                    </a:lnTo>
                    <a:lnTo>
                      <a:pt x="181" y="33"/>
                    </a:lnTo>
                    <a:lnTo>
                      <a:pt x="189" y="31"/>
                    </a:lnTo>
                    <a:lnTo>
                      <a:pt x="197" y="30"/>
                    </a:lnTo>
                    <a:lnTo>
                      <a:pt x="205" y="30"/>
                    </a:lnTo>
                    <a:close/>
                    <a:moveTo>
                      <a:pt x="362" y="312"/>
                    </a:moveTo>
                    <a:lnTo>
                      <a:pt x="276" y="288"/>
                    </a:lnTo>
                    <a:lnTo>
                      <a:pt x="276" y="254"/>
                    </a:lnTo>
                    <a:lnTo>
                      <a:pt x="289" y="244"/>
                    </a:lnTo>
                    <a:lnTo>
                      <a:pt x="300" y="232"/>
                    </a:lnTo>
                    <a:lnTo>
                      <a:pt x="310" y="219"/>
                    </a:lnTo>
                    <a:lnTo>
                      <a:pt x="318" y="204"/>
                    </a:lnTo>
                    <a:lnTo>
                      <a:pt x="325" y="189"/>
                    </a:lnTo>
                    <a:lnTo>
                      <a:pt x="329" y="173"/>
                    </a:lnTo>
                    <a:lnTo>
                      <a:pt x="332" y="156"/>
                    </a:lnTo>
                    <a:lnTo>
                      <a:pt x="333" y="139"/>
                    </a:lnTo>
                    <a:lnTo>
                      <a:pt x="333" y="124"/>
                    </a:lnTo>
                    <a:lnTo>
                      <a:pt x="331" y="111"/>
                    </a:lnTo>
                    <a:lnTo>
                      <a:pt x="328" y="97"/>
                    </a:lnTo>
                    <a:lnTo>
                      <a:pt x="324" y="84"/>
                    </a:lnTo>
                    <a:lnTo>
                      <a:pt x="318" y="73"/>
                    </a:lnTo>
                    <a:lnTo>
                      <a:pt x="312" y="61"/>
                    </a:lnTo>
                    <a:lnTo>
                      <a:pt x="304" y="50"/>
                    </a:lnTo>
                    <a:lnTo>
                      <a:pt x="296" y="40"/>
                    </a:lnTo>
                    <a:lnTo>
                      <a:pt x="287" y="32"/>
                    </a:lnTo>
                    <a:lnTo>
                      <a:pt x="276" y="23"/>
                    </a:lnTo>
                    <a:lnTo>
                      <a:pt x="266" y="17"/>
                    </a:lnTo>
                    <a:lnTo>
                      <a:pt x="255" y="10"/>
                    </a:lnTo>
                    <a:lnTo>
                      <a:pt x="243" y="6"/>
                    </a:lnTo>
                    <a:lnTo>
                      <a:pt x="230" y="3"/>
                    </a:lnTo>
                    <a:lnTo>
                      <a:pt x="217" y="1"/>
                    </a:lnTo>
                    <a:lnTo>
                      <a:pt x="205" y="0"/>
                    </a:lnTo>
                    <a:lnTo>
                      <a:pt x="192" y="1"/>
                    </a:lnTo>
                    <a:lnTo>
                      <a:pt x="179" y="3"/>
                    </a:lnTo>
                    <a:lnTo>
                      <a:pt x="167" y="6"/>
                    </a:lnTo>
                    <a:lnTo>
                      <a:pt x="154" y="10"/>
                    </a:lnTo>
                    <a:lnTo>
                      <a:pt x="143" y="17"/>
                    </a:lnTo>
                    <a:lnTo>
                      <a:pt x="133" y="23"/>
                    </a:lnTo>
                    <a:lnTo>
                      <a:pt x="123" y="32"/>
                    </a:lnTo>
                    <a:lnTo>
                      <a:pt x="113" y="40"/>
                    </a:lnTo>
                    <a:lnTo>
                      <a:pt x="105" y="50"/>
                    </a:lnTo>
                    <a:lnTo>
                      <a:pt x="98" y="61"/>
                    </a:lnTo>
                    <a:lnTo>
                      <a:pt x="92" y="73"/>
                    </a:lnTo>
                    <a:lnTo>
                      <a:pt x="86" y="84"/>
                    </a:lnTo>
                    <a:lnTo>
                      <a:pt x="81" y="97"/>
                    </a:lnTo>
                    <a:lnTo>
                      <a:pt x="78" y="111"/>
                    </a:lnTo>
                    <a:lnTo>
                      <a:pt x="77" y="124"/>
                    </a:lnTo>
                    <a:lnTo>
                      <a:pt x="76" y="139"/>
                    </a:lnTo>
                    <a:lnTo>
                      <a:pt x="77" y="156"/>
                    </a:lnTo>
                    <a:lnTo>
                      <a:pt x="80" y="173"/>
                    </a:lnTo>
                    <a:lnTo>
                      <a:pt x="85" y="189"/>
                    </a:lnTo>
                    <a:lnTo>
                      <a:pt x="92" y="204"/>
                    </a:lnTo>
                    <a:lnTo>
                      <a:pt x="100" y="219"/>
                    </a:lnTo>
                    <a:lnTo>
                      <a:pt x="109" y="232"/>
                    </a:lnTo>
                    <a:lnTo>
                      <a:pt x="121" y="244"/>
                    </a:lnTo>
                    <a:lnTo>
                      <a:pt x="133" y="254"/>
                    </a:lnTo>
                    <a:lnTo>
                      <a:pt x="133" y="288"/>
                    </a:lnTo>
                    <a:lnTo>
                      <a:pt x="47" y="312"/>
                    </a:lnTo>
                    <a:lnTo>
                      <a:pt x="37" y="316"/>
                    </a:lnTo>
                    <a:lnTo>
                      <a:pt x="29" y="321"/>
                    </a:lnTo>
                    <a:lnTo>
                      <a:pt x="21" y="328"/>
                    </a:lnTo>
                    <a:lnTo>
                      <a:pt x="14" y="336"/>
                    </a:lnTo>
                    <a:lnTo>
                      <a:pt x="8" y="345"/>
                    </a:lnTo>
                    <a:lnTo>
                      <a:pt x="4" y="355"/>
                    </a:lnTo>
                    <a:lnTo>
                      <a:pt x="1" y="364"/>
                    </a:lnTo>
                    <a:lnTo>
                      <a:pt x="0" y="375"/>
                    </a:lnTo>
                    <a:lnTo>
                      <a:pt x="0" y="409"/>
                    </a:lnTo>
                    <a:lnTo>
                      <a:pt x="186" y="409"/>
                    </a:lnTo>
                    <a:lnTo>
                      <a:pt x="224" y="409"/>
                    </a:lnTo>
                    <a:lnTo>
                      <a:pt x="409" y="409"/>
                    </a:lnTo>
                    <a:lnTo>
                      <a:pt x="409" y="375"/>
                    </a:lnTo>
                    <a:lnTo>
                      <a:pt x="408" y="364"/>
                    </a:lnTo>
                    <a:lnTo>
                      <a:pt x="406" y="355"/>
                    </a:lnTo>
                    <a:lnTo>
                      <a:pt x="402" y="345"/>
                    </a:lnTo>
                    <a:lnTo>
                      <a:pt x="395" y="336"/>
                    </a:lnTo>
                    <a:lnTo>
                      <a:pt x="389" y="328"/>
                    </a:lnTo>
                    <a:lnTo>
                      <a:pt x="380" y="321"/>
                    </a:lnTo>
                    <a:lnTo>
                      <a:pt x="372" y="316"/>
                    </a:lnTo>
                    <a:lnTo>
                      <a:pt x="362" y="31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6" name="Google Shape;370;p7">
                <a:extLst>
                  <a:ext uri="{FF2B5EF4-FFF2-40B4-BE49-F238E27FC236}">
                    <a16:creationId xmlns:a16="http://schemas.microsoft.com/office/drawing/2014/main" id="{75F7698F-BE5B-5121-95D7-0A1CE29B2FDF}"/>
                  </a:ext>
                </a:extLst>
              </p:cNvPr>
              <p:cNvSpPr/>
              <p:nvPr/>
            </p:nvSpPr>
            <p:spPr>
              <a:xfrm>
                <a:off x="5507038" y="2060575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25" extrusionOk="0">
                    <a:moveTo>
                      <a:pt x="121" y="99"/>
                    </a:moveTo>
                    <a:lnTo>
                      <a:pt x="26" y="4"/>
                    </a:lnTo>
                    <a:lnTo>
                      <a:pt x="24" y="2"/>
                    </a:lnTo>
                    <a:lnTo>
                      <a:pt x="21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1" y="21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100" y="120"/>
                    </a:lnTo>
                    <a:lnTo>
                      <a:pt x="102" y="122"/>
                    </a:lnTo>
                    <a:lnTo>
                      <a:pt x="104" y="123"/>
                    </a:lnTo>
                    <a:lnTo>
                      <a:pt x="107" y="125"/>
                    </a:lnTo>
                    <a:lnTo>
                      <a:pt x="111" y="125"/>
                    </a:lnTo>
                    <a:lnTo>
                      <a:pt x="113" y="125"/>
                    </a:lnTo>
                    <a:lnTo>
                      <a:pt x="116" y="123"/>
                    </a:lnTo>
                    <a:lnTo>
                      <a:pt x="118" y="122"/>
                    </a:lnTo>
                    <a:lnTo>
                      <a:pt x="121" y="120"/>
                    </a:lnTo>
                    <a:lnTo>
                      <a:pt x="122" y="118"/>
                    </a:lnTo>
                    <a:lnTo>
                      <a:pt x="125" y="115"/>
                    </a:lnTo>
                    <a:lnTo>
                      <a:pt x="125" y="113"/>
                    </a:lnTo>
                    <a:lnTo>
                      <a:pt x="126" y="110"/>
                    </a:lnTo>
                    <a:lnTo>
                      <a:pt x="125" y="106"/>
                    </a:lnTo>
                    <a:lnTo>
                      <a:pt x="125" y="104"/>
                    </a:lnTo>
                    <a:lnTo>
                      <a:pt x="122" y="101"/>
                    </a:lnTo>
                    <a:lnTo>
                      <a:pt x="121" y="9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7" name="Google Shape;371;p7">
                <a:extLst>
                  <a:ext uri="{FF2B5EF4-FFF2-40B4-BE49-F238E27FC236}">
                    <a16:creationId xmlns:a16="http://schemas.microsoft.com/office/drawing/2014/main" id="{054548CE-96A8-EE18-EFFB-843711E56541}"/>
                  </a:ext>
                </a:extLst>
              </p:cNvPr>
              <p:cNvSpPr/>
              <p:nvPr/>
            </p:nvSpPr>
            <p:spPr>
              <a:xfrm>
                <a:off x="5670550" y="2060575"/>
                <a:ext cx="381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5" extrusionOk="0">
                    <a:moveTo>
                      <a:pt x="98" y="4"/>
                    </a:moveTo>
                    <a:lnTo>
                      <a:pt x="4" y="99"/>
                    </a:lnTo>
                    <a:lnTo>
                      <a:pt x="2" y="101"/>
                    </a:lnTo>
                    <a:lnTo>
                      <a:pt x="1" y="104"/>
                    </a:lnTo>
                    <a:lnTo>
                      <a:pt x="0" y="106"/>
                    </a:lnTo>
                    <a:lnTo>
                      <a:pt x="0" y="110"/>
                    </a:lnTo>
                    <a:lnTo>
                      <a:pt x="0" y="113"/>
                    </a:lnTo>
                    <a:lnTo>
                      <a:pt x="1" y="115"/>
                    </a:lnTo>
                    <a:lnTo>
                      <a:pt x="2" y="118"/>
                    </a:lnTo>
                    <a:lnTo>
                      <a:pt x="4" y="120"/>
                    </a:lnTo>
                    <a:lnTo>
                      <a:pt x="6" y="122"/>
                    </a:lnTo>
                    <a:lnTo>
                      <a:pt x="8" y="123"/>
                    </a:lnTo>
                    <a:lnTo>
                      <a:pt x="11" y="125"/>
                    </a:lnTo>
                    <a:lnTo>
                      <a:pt x="15" y="125"/>
                    </a:lnTo>
                    <a:lnTo>
                      <a:pt x="17" y="125"/>
                    </a:lnTo>
                    <a:lnTo>
                      <a:pt x="20" y="123"/>
                    </a:lnTo>
                    <a:lnTo>
                      <a:pt x="22" y="122"/>
                    </a:lnTo>
                    <a:lnTo>
                      <a:pt x="25" y="120"/>
                    </a:lnTo>
                    <a:lnTo>
                      <a:pt x="120" y="25"/>
                    </a:lnTo>
                    <a:lnTo>
                      <a:pt x="122" y="23"/>
                    </a:lnTo>
                    <a:lnTo>
                      <a:pt x="123" y="21"/>
                    </a:lnTo>
                    <a:lnTo>
                      <a:pt x="124" y="17"/>
                    </a:lnTo>
                    <a:lnTo>
                      <a:pt x="124" y="15"/>
                    </a:lnTo>
                    <a:lnTo>
                      <a:pt x="124" y="12"/>
                    </a:lnTo>
                    <a:lnTo>
                      <a:pt x="123" y="9"/>
                    </a:lnTo>
                    <a:lnTo>
                      <a:pt x="122" y="7"/>
                    </a:lnTo>
                    <a:lnTo>
                      <a:pt x="120" y="4"/>
                    </a:lnTo>
                    <a:lnTo>
                      <a:pt x="118" y="2"/>
                    </a:lnTo>
                    <a:lnTo>
                      <a:pt x="114" y="1"/>
                    </a:lnTo>
                    <a:lnTo>
                      <a:pt x="112" y="0"/>
                    </a:lnTo>
                    <a:lnTo>
                      <a:pt x="109" y="0"/>
                    </a:lnTo>
                    <a:lnTo>
                      <a:pt x="107" y="0"/>
                    </a:lnTo>
                    <a:lnTo>
                      <a:pt x="104" y="1"/>
                    </a:lnTo>
                    <a:lnTo>
                      <a:pt x="100" y="2"/>
                    </a:lnTo>
                    <a:lnTo>
                      <a:pt x="98" y="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1800"/>
                  <a:buFont typeface="Trebuchet MS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graphicFrame>
        <p:nvGraphicFramePr>
          <p:cNvPr id="29" name="Google Shape;346;p7">
            <a:extLst>
              <a:ext uri="{FF2B5EF4-FFF2-40B4-BE49-F238E27FC236}">
                <a16:creationId xmlns:a16="http://schemas.microsoft.com/office/drawing/2014/main" id="{766E0BDB-0DE3-80B1-4F45-F2591EF9F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2443574"/>
              </p:ext>
            </p:extLst>
          </p:nvPr>
        </p:nvGraphicFramePr>
        <p:xfrm>
          <a:off x="8013187" y="973115"/>
          <a:ext cx="3735901" cy="3652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Google Shape;349;p7">
            <a:extLst>
              <a:ext uri="{FF2B5EF4-FFF2-40B4-BE49-F238E27FC236}">
                <a16:creationId xmlns:a16="http://schemas.microsoft.com/office/drawing/2014/main" id="{DF563565-4BD9-516A-91F6-105C18F628A8}"/>
              </a:ext>
            </a:extLst>
          </p:cNvPr>
          <p:cNvSpPr/>
          <p:nvPr/>
        </p:nvSpPr>
        <p:spPr>
          <a:xfrm>
            <a:off x="9542354" y="2234124"/>
            <a:ext cx="851739" cy="868664"/>
          </a:xfrm>
          <a:custGeom>
            <a:avLst/>
            <a:gdLst/>
            <a:ahLst/>
            <a:cxnLst/>
            <a:rect l="l" t="t" r="r" b="b"/>
            <a:pathLst>
              <a:path w="903" h="903" extrusionOk="0">
                <a:moveTo>
                  <a:pt x="714" y="297"/>
                </a:moveTo>
                <a:lnTo>
                  <a:pt x="707" y="296"/>
                </a:lnTo>
                <a:lnTo>
                  <a:pt x="700" y="295"/>
                </a:lnTo>
                <a:lnTo>
                  <a:pt x="692" y="293"/>
                </a:lnTo>
                <a:lnTo>
                  <a:pt x="685" y="290"/>
                </a:lnTo>
                <a:lnTo>
                  <a:pt x="676" y="287"/>
                </a:lnTo>
                <a:lnTo>
                  <a:pt x="669" y="282"/>
                </a:lnTo>
                <a:lnTo>
                  <a:pt x="661" y="277"/>
                </a:lnTo>
                <a:lnTo>
                  <a:pt x="654" y="270"/>
                </a:lnTo>
                <a:lnTo>
                  <a:pt x="718" y="206"/>
                </a:lnTo>
                <a:lnTo>
                  <a:pt x="718" y="206"/>
                </a:lnTo>
                <a:lnTo>
                  <a:pt x="718" y="206"/>
                </a:lnTo>
                <a:lnTo>
                  <a:pt x="804" y="120"/>
                </a:lnTo>
                <a:lnTo>
                  <a:pt x="866" y="120"/>
                </a:lnTo>
                <a:lnTo>
                  <a:pt x="855" y="146"/>
                </a:lnTo>
                <a:lnTo>
                  <a:pt x="843" y="174"/>
                </a:lnTo>
                <a:lnTo>
                  <a:pt x="835" y="189"/>
                </a:lnTo>
                <a:lnTo>
                  <a:pt x="827" y="204"/>
                </a:lnTo>
                <a:lnTo>
                  <a:pt x="817" y="218"/>
                </a:lnTo>
                <a:lnTo>
                  <a:pt x="807" y="232"/>
                </a:lnTo>
                <a:lnTo>
                  <a:pt x="798" y="246"/>
                </a:lnTo>
                <a:lnTo>
                  <a:pt x="787" y="258"/>
                </a:lnTo>
                <a:lnTo>
                  <a:pt x="776" y="268"/>
                </a:lnTo>
                <a:lnTo>
                  <a:pt x="764" y="278"/>
                </a:lnTo>
                <a:lnTo>
                  <a:pt x="753" y="285"/>
                </a:lnTo>
                <a:lnTo>
                  <a:pt x="740" y="292"/>
                </a:lnTo>
                <a:lnTo>
                  <a:pt x="733" y="294"/>
                </a:lnTo>
                <a:lnTo>
                  <a:pt x="727" y="295"/>
                </a:lnTo>
                <a:lnTo>
                  <a:pt x="720" y="296"/>
                </a:lnTo>
                <a:lnTo>
                  <a:pt x="714" y="297"/>
                </a:lnTo>
                <a:close/>
                <a:moveTo>
                  <a:pt x="409" y="472"/>
                </a:moveTo>
                <a:lnTo>
                  <a:pt x="402" y="468"/>
                </a:lnTo>
                <a:lnTo>
                  <a:pt x="395" y="464"/>
                </a:lnTo>
                <a:lnTo>
                  <a:pt x="388" y="460"/>
                </a:lnTo>
                <a:lnTo>
                  <a:pt x="380" y="457"/>
                </a:lnTo>
                <a:lnTo>
                  <a:pt x="372" y="455"/>
                </a:lnTo>
                <a:lnTo>
                  <a:pt x="363" y="453"/>
                </a:lnTo>
                <a:lnTo>
                  <a:pt x="355" y="452"/>
                </a:lnTo>
                <a:lnTo>
                  <a:pt x="346" y="452"/>
                </a:lnTo>
                <a:lnTo>
                  <a:pt x="335" y="452"/>
                </a:lnTo>
                <a:lnTo>
                  <a:pt x="325" y="454"/>
                </a:lnTo>
                <a:lnTo>
                  <a:pt x="315" y="456"/>
                </a:lnTo>
                <a:lnTo>
                  <a:pt x="305" y="459"/>
                </a:lnTo>
                <a:lnTo>
                  <a:pt x="296" y="465"/>
                </a:lnTo>
                <a:lnTo>
                  <a:pt x="287" y="470"/>
                </a:lnTo>
                <a:lnTo>
                  <a:pt x="280" y="475"/>
                </a:lnTo>
                <a:lnTo>
                  <a:pt x="272" y="483"/>
                </a:lnTo>
                <a:lnTo>
                  <a:pt x="265" y="490"/>
                </a:lnTo>
                <a:lnTo>
                  <a:pt x="259" y="498"/>
                </a:lnTo>
                <a:lnTo>
                  <a:pt x="254" y="506"/>
                </a:lnTo>
                <a:lnTo>
                  <a:pt x="250" y="516"/>
                </a:lnTo>
                <a:lnTo>
                  <a:pt x="245" y="526"/>
                </a:lnTo>
                <a:lnTo>
                  <a:pt x="243" y="535"/>
                </a:lnTo>
                <a:lnTo>
                  <a:pt x="241" y="546"/>
                </a:lnTo>
                <a:lnTo>
                  <a:pt x="241" y="557"/>
                </a:lnTo>
                <a:lnTo>
                  <a:pt x="241" y="568"/>
                </a:lnTo>
                <a:lnTo>
                  <a:pt x="243" y="578"/>
                </a:lnTo>
                <a:lnTo>
                  <a:pt x="245" y="588"/>
                </a:lnTo>
                <a:lnTo>
                  <a:pt x="250" y="598"/>
                </a:lnTo>
                <a:lnTo>
                  <a:pt x="254" y="607"/>
                </a:lnTo>
                <a:lnTo>
                  <a:pt x="259" y="616"/>
                </a:lnTo>
                <a:lnTo>
                  <a:pt x="265" y="623"/>
                </a:lnTo>
                <a:lnTo>
                  <a:pt x="272" y="631"/>
                </a:lnTo>
                <a:lnTo>
                  <a:pt x="280" y="638"/>
                </a:lnTo>
                <a:lnTo>
                  <a:pt x="287" y="644"/>
                </a:lnTo>
                <a:lnTo>
                  <a:pt x="296" y="649"/>
                </a:lnTo>
                <a:lnTo>
                  <a:pt x="305" y="654"/>
                </a:lnTo>
                <a:lnTo>
                  <a:pt x="315" y="658"/>
                </a:lnTo>
                <a:lnTo>
                  <a:pt x="325" y="660"/>
                </a:lnTo>
                <a:lnTo>
                  <a:pt x="335" y="662"/>
                </a:lnTo>
                <a:lnTo>
                  <a:pt x="346" y="662"/>
                </a:lnTo>
                <a:lnTo>
                  <a:pt x="357" y="662"/>
                </a:lnTo>
                <a:lnTo>
                  <a:pt x="367" y="660"/>
                </a:lnTo>
                <a:lnTo>
                  <a:pt x="377" y="658"/>
                </a:lnTo>
                <a:lnTo>
                  <a:pt x="387" y="653"/>
                </a:lnTo>
                <a:lnTo>
                  <a:pt x="396" y="649"/>
                </a:lnTo>
                <a:lnTo>
                  <a:pt x="405" y="644"/>
                </a:lnTo>
                <a:lnTo>
                  <a:pt x="414" y="638"/>
                </a:lnTo>
                <a:lnTo>
                  <a:pt x="421" y="631"/>
                </a:lnTo>
                <a:lnTo>
                  <a:pt x="428" y="623"/>
                </a:lnTo>
                <a:lnTo>
                  <a:pt x="434" y="616"/>
                </a:lnTo>
                <a:lnTo>
                  <a:pt x="438" y="607"/>
                </a:lnTo>
                <a:lnTo>
                  <a:pt x="444" y="598"/>
                </a:lnTo>
                <a:lnTo>
                  <a:pt x="447" y="588"/>
                </a:lnTo>
                <a:lnTo>
                  <a:pt x="449" y="578"/>
                </a:lnTo>
                <a:lnTo>
                  <a:pt x="451" y="568"/>
                </a:lnTo>
                <a:lnTo>
                  <a:pt x="451" y="557"/>
                </a:lnTo>
                <a:lnTo>
                  <a:pt x="451" y="548"/>
                </a:lnTo>
                <a:lnTo>
                  <a:pt x="450" y="540"/>
                </a:lnTo>
                <a:lnTo>
                  <a:pt x="448" y="531"/>
                </a:lnTo>
                <a:lnTo>
                  <a:pt x="446" y="522"/>
                </a:lnTo>
                <a:lnTo>
                  <a:pt x="443" y="515"/>
                </a:lnTo>
                <a:lnTo>
                  <a:pt x="439" y="507"/>
                </a:lnTo>
                <a:lnTo>
                  <a:pt x="435" y="501"/>
                </a:lnTo>
                <a:lnTo>
                  <a:pt x="431" y="494"/>
                </a:lnTo>
                <a:lnTo>
                  <a:pt x="494" y="429"/>
                </a:lnTo>
                <a:lnTo>
                  <a:pt x="505" y="443"/>
                </a:lnTo>
                <a:lnTo>
                  <a:pt x="514" y="457"/>
                </a:lnTo>
                <a:lnTo>
                  <a:pt x="522" y="472"/>
                </a:lnTo>
                <a:lnTo>
                  <a:pt x="529" y="488"/>
                </a:lnTo>
                <a:lnTo>
                  <a:pt x="535" y="504"/>
                </a:lnTo>
                <a:lnTo>
                  <a:pt x="538" y="521"/>
                </a:lnTo>
                <a:lnTo>
                  <a:pt x="541" y="539"/>
                </a:lnTo>
                <a:lnTo>
                  <a:pt x="542" y="557"/>
                </a:lnTo>
                <a:lnTo>
                  <a:pt x="541" y="577"/>
                </a:lnTo>
                <a:lnTo>
                  <a:pt x="538" y="596"/>
                </a:lnTo>
                <a:lnTo>
                  <a:pt x="533" y="615"/>
                </a:lnTo>
                <a:lnTo>
                  <a:pt x="526" y="633"/>
                </a:lnTo>
                <a:lnTo>
                  <a:pt x="518" y="650"/>
                </a:lnTo>
                <a:lnTo>
                  <a:pt x="508" y="666"/>
                </a:lnTo>
                <a:lnTo>
                  <a:pt x="497" y="681"/>
                </a:lnTo>
                <a:lnTo>
                  <a:pt x="484" y="695"/>
                </a:lnTo>
                <a:lnTo>
                  <a:pt x="470" y="708"/>
                </a:lnTo>
                <a:lnTo>
                  <a:pt x="455" y="719"/>
                </a:lnTo>
                <a:lnTo>
                  <a:pt x="439" y="728"/>
                </a:lnTo>
                <a:lnTo>
                  <a:pt x="422" y="737"/>
                </a:lnTo>
                <a:lnTo>
                  <a:pt x="404" y="743"/>
                </a:lnTo>
                <a:lnTo>
                  <a:pt x="386" y="749"/>
                </a:lnTo>
                <a:lnTo>
                  <a:pt x="366" y="752"/>
                </a:lnTo>
                <a:lnTo>
                  <a:pt x="346" y="752"/>
                </a:lnTo>
                <a:lnTo>
                  <a:pt x="326" y="751"/>
                </a:lnTo>
                <a:lnTo>
                  <a:pt x="306" y="749"/>
                </a:lnTo>
                <a:lnTo>
                  <a:pt x="288" y="743"/>
                </a:lnTo>
                <a:lnTo>
                  <a:pt x="270" y="737"/>
                </a:lnTo>
                <a:lnTo>
                  <a:pt x="253" y="728"/>
                </a:lnTo>
                <a:lnTo>
                  <a:pt x="237" y="719"/>
                </a:lnTo>
                <a:lnTo>
                  <a:pt x="222" y="708"/>
                </a:lnTo>
                <a:lnTo>
                  <a:pt x="208" y="695"/>
                </a:lnTo>
                <a:lnTo>
                  <a:pt x="195" y="681"/>
                </a:lnTo>
                <a:lnTo>
                  <a:pt x="184" y="666"/>
                </a:lnTo>
                <a:lnTo>
                  <a:pt x="174" y="650"/>
                </a:lnTo>
                <a:lnTo>
                  <a:pt x="166" y="633"/>
                </a:lnTo>
                <a:lnTo>
                  <a:pt x="159" y="615"/>
                </a:lnTo>
                <a:lnTo>
                  <a:pt x="154" y="596"/>
                </a:lnTo>
                <a:lnTo>
                  <a:pt x="152" y="577"/>
                </a:lnTo>
                <a:lnTo>
                  <a:pt x="151" y="557"/>
                </a:lnTo>
                <a:lnTo>
                  <a:pt x="152" y="536"/>
                </a:lnTo>
                <a:lnTo>
                  <a:pt x="154" y="517"/>
                </a:lnTo>
                <a:lnTo>
                  <a:pt x="159" y="499"/>
                </a:lnTo>
                <a:lnTo>
                  <a:pt x="166" y="481"/>
                </a:lnTo>
                <a:lnTo>
                  <a:pt x="174" y="464"/>
                </a:lnTo>
                <a:lnTo>
                  <a:pt x="184" y="447"/>
                </a:lnTo>
                <a:lnTo>
                  <a:pt x="195" y="432"/>
                </a:lnTo>
                <a:lnTo>
                  <a:pt x="208" y="418"/>
                </a:lnTo>
                <a:lnTo>
                  <a:pt x="222" y="406"/>
                </a:lnTo>
                <a:lnTo>
                  <a:pt x="237" y="395"/>
                </a:lnTo>
                <a:lnTo>
                  <a:pt x="253" y="385"/>
                </a:lnTo>
                <a:lnTo>
                  <a:pt x="270" y="377"/>
                </a:lnTo>
                <a:lnTo>
                  <a:pt x="288" y="370"/>
                </a:lnTo>
                <a:lnTo>
                  <a:pt x="306" y="365"/>
                </a:lnTo>
                <a:lnTo>
                  <a:pt x="326" y="362"/>
                </a:lnTo>
                <a:lnTo>
                  <a:pt x="346" y="362"/>
                </a:lnTo>
                <a:lnTo>
                  <a:pt x="364" y="362"/>
                </a:lnTo>
                <a:lnTo>
                  <a:pt x="381" y="365"/>
                </a:lnTo>
                <a:lnTo>
                  <a:pt x="399" y="368"/>
                </a:lnTo>
                <a:lnTo>
                  <a:pt x="415" y="373"/>
                </a:lnTo>
                <a:lnTo>
                  <a:pt x="431" y="381"/>
                </a:lnTo>
                <a:lnTo>
                  <a:pt x="446" y="388"/>
                </a:lnTo>
                <a:lnTo>
                  <a:pt x="460" y="398"/>
                </a:lnTo>
                <a:lnTo>
                  <a:pt x="474" y="409"/>
                </a:lnTo>
                <a:lnTo>
                  <a:pt x="409" y="472"/>
                </a:lnTo>
                <a:close/>
                <a:moveTo>
                  <a:pt x="421" y="557"/>
                </a:moveTo>
                <a:lnTo>
                  <a:pt x="421" y="564"/>
                </a:lnTo>
                <a:lnTo>
                  <a:pt x="420" y="572"/>
                </a:lnTo>
                <a:lnTo>
                  <a:pt x="418" y="579"/>
                </a:lnTo>
                <a:lnTo>
                  <a:pt x="416" y="586"/>
                </a:lnTo>
                <a:lnTo>
                  <a:pt x="413" y="592"/>
                </a:lnTo>
                <a:lnTo>
                  <a:pt x="408" y="599"/>
                </a:lnTo>
                <a:lnTo>
                  <a:pt x="404" y="605"/>
                </a:lnTo>
                <a:lnTo>
                  <a:pt x="400" y="610"/>
                </a:lnTo>
                <a:lnTo>
                  <a:pt x="394" y="615"/>
                </a:lnTo>
                <a:lnTo>
                  <a:pt x="388" y="619"/>
                </a:lnTo>
                <a:lnTo>
                  <a:pt x="382" y="623"/>
                </a:lnTo>
                <a:lnTo>
                  <a:pt x="375" y="627"/>
                </a:lnTo>
                <a:lnTo>
                  <a:pt x="369" y="629"/>
                </a:lnTo>
                <a:lnTo>
                  <a:pt x="361" y="631"/>
                </a:lnTo>
                <a:lnTo>
                  <a:pt x="354" y="632"/>
                </a:lnTo>
                <a:lnTo>
                  <a:pt x="346" y="632"/>
                </a:lnTo>
                <a:lnTo>
                  <a:pt x="339" y="632"/>
                </a:lnTo>
                <a:lnTo>
                  <a:pt x="331" y="631"/>
                </a:lnTo>
                <a:lnTo>
                  <a:pt x="324" y="629"/>
                </a:lnTo>
                <a:lnTo>
                  <a:pt x="317" y="627"/>
                </a:lnTo>
                <a:lnTo>
                  <a:pt x="311" y="623"/>
                </a:lnTo>
                <a:lnTo>
                  <a:pt x="304" y="619"/>
                </a:lnTo>
                <a:lnTo>
                  <a:pt x="298" y="615"/>
                </a:lnTo>
                <a:lnTo>
                  <a:pt x="292" y="610"/>
                </a:lnTo>
                <a:lnTo>
                  <a:pt x="288" y="605"/>
                </a:lnTo>
                <a:lnTo>
                  <a:pt x="284" y="599"/>
                </a:lnTo>
                <a:lnTo>
                  <a:pt x="280" y="592"/>
                </a:lnTo>
                <a:lnTo>
                  <a:pt x="276" y="586"/>
                </a:lnTo>
                <a:lnTo>
                  <a:pt x="274" y="579"/>
                </a:lnTo>
                <a:lnTo>
                  <a:pt x="272" y="572"/>
                </a:lnTo>
                <a:lnTo>
                  <a:pt x="271" y="564"/>
                </a:lnTo>
                <a:lnTo>
                  <a:pt x="271" y="557"/>
                </a:lnTo>
                <a:lnTo>
                  <a:pt x="271" y="549"/>
                </a:lnTo>
                <a:lnTo>
                  <a:pt x="272" y="542"/>
                </a:lnTo>
                <a:lnTo>
                  <a:pt x="274" y="534"/>
                </a:lnTo>
                <a:lnTo>
                  <a:pt x="276" y="528"/>
                </a:lnTo>
                <a:lnTo>
                  <a:pt x="280" y="521"/>
                </a:lnTo>
                <a:lnTo>
                  <a:pt x="284" y="515"/>
                </a:lnTo>
                <a:lnTo>
                  <a:pt x="288" y="509"/>
                </a:lnTo>
                <a:lnTo>
                  <a:pt x="292" y="503"/>
                </a:lnTo>
                <a:lnTo>
                  <a:pt x="298" y="499"/>
                </a:lnTo>
                <a:lnTo>
                  <a:pt x="304" y="495"/>
                </a:lnTo>
                <a:lnTo>
                  <a:pt x="311" y="490"/>
                </a:lnTo>
                <a:lnTo>
                  <a:pt x="317" y="487"/>
                </a:lnTo>
                <a:lnTo>
                  <a:pt x="324" y="485"/>
                </a:lnTo>
                <a:lnTo>
                  <a:pt x="331" y="483"/>
                </a:lnTo>
                <a:lnTo>
                  <a:pt x="339" y="482"/>
                </a:lnTo>
                <a:lnTo>
                  <a:pt x="346" y="482"/>
                </a:lnTo>
                <a:lnTo>
                  <a:pt x="358" y="483"/>
                </a:lnTo>
                <a:lnTo>
                  <a:pt x="369" y="485"/>
                </a:lnTo>
                <a:lnTo>
                  <a:pt x="378" y="489"/>
                </a:lnTo>
                <a:lnTo>
                  <a:pt x="388" y="494"/>
                </a:lnTo>
                <a:lnTo>
                  <a:pt x="354" y="528"/>
                </a:lnTo>
                <a:lnTo>
                  <a:pt x="350" y="527"/>
                </a:lnTo>
                <a:lnTo>
                  <a:pt x="346" y="527"/>
                </a:lnTo>
                <a:lnTo>
                  <a:pt x="340" y="527"/>
                </a:lnTo>
                <a:lnTo>
                  <a:pt x="334" y="529"/>
                </a:lnTo>
                <a:lnTo>
                  <a:pt x="329" y="532"/>
                </a:lnTo>
                <a:lnTo>
                  <a:pt x="325" y="535"/>
                </a:lnTo>
                <a:lnTo>
                  <a:pt x="321" y="540"/>
                </a:lnTo>
                <a:lnTo>
                  <a:pt x="318" y="545"/>
                </a:lnTo>
                <a:lnTo>
                  <a:pt x="317" y="550"/>
                </a:lnTo>
                <a:lnTo>
                  <a:pt x="316" y="557"/>
                </a:lnTo>
                <a:lnTo>
                  <a:pt x="317" y="563"/>
                </a:lnTo>
                <a:lnTo>
                  <a:pt x="318" y="569"/>
                </a:lnTo>
                <a:lnTo>
                  <a:pt x="321" y="574"/>
                </a:lnTo>
                <a:lnTo>
                  <a:pt x="325" y="578"/>
                </a:lnTo>
                <a:lnTo>
                  <a:pt x="329" y="581"/>
                </a:lnTo>
                <a:lnTo>
                  <a:pt x="334" y="585"/>
                </a:lnTo>
                <a:lnTo>
                  <a:pt x="340" y="586"/>
                </a:lnTo>
                <a:lnTo>
                  <a:pt x="346" y="587"/>
                </a:lnTo>
                <a:lnTo>
                  <a:pt x="352" y="586"/>
                </a:lnTo>
                <a:lnTo>
                  <a:pt x="358" y="585"/>
                </a:lnTo>
                <a:lnTo>
                  <a:pt x="363" y="581"/>
                </a:lnTo>
                <a:lnTo>
                  <a:pt x="367" y="578"/>
                </a:lnTo>
                <a:lnTo>
                  <a:pt x="371" y="574"/>
                </a:lnTo>
                <a:lnTo>
                  <a:pt x="374" y="569"/>
                </a:lnTo>
                <a:lnTo>
                  <a:pt x="376" y="563"/>
                </a:lnTo>
                <a:lnTo>
                  <a:pt x="376" y="557"/>
                </a:lnTo>
                <a:lnTo>
                  <a:pt x="376" y="553"/>
                </a:lnTo>
                <a:lnTo>
                  <a:pt x="375" y="549"/>
                </a:lnTo>
                <a:lnTo>
                  <a:pt x="409" y="515"/>
                </a:lnTo>
                <a:lnTo>
                  <a:pt x="414" y="525"/>
                </a:lnTo>
                <a:lnTo>
                  <a:pt x="418" y="534"/>
                </a:lnTo>
                <a:lnTo>
                  <a:pt x="420" y="545"/>
                </a:lnTo>
                <a:lnTo>
                  <a:pt x="421" y="557"/>
                </a:lnTo>
                <a:close/>
                <a:moveTo>
                  <a:pt x="662" y="557"/>
                </a:moveTo>
                <a:lnTo>
                  <a:pt x="661" y="573"/>
                </a:lnTo>
                <a:lnTo>
                  <a:pt x="660" y="589"/>
                </a:lnTo>
                <a:lnTo>
                  <a:pt x="658" y="605"/>
                </a:lnTo>
                <a:lnTo>
                  <a:pt x="656" y="620"/>
                </a:lnTo>
                <a:lnTo>
                  <a:pt x="653" y="636"/>
                </a:lnTo>
                <a:lnTo>
                  <a:pt x="648" y="651"/>
                </a:lnTo>
                <a:lnTo>
                  <a:pt x="643" y="665"/>
                </a:lnTo>
                <a:lnTo>
                  <a:pt x="638" y="680"/>
                </a:lnTo>
                <a:lnTo>
                  <a:pt x="631" y="694"/>
                </a:lnTo>
                <a:lnTo>
                  <a:pt x="624" y="707"/>
                </a:lnTo>
                <a:lnTo>
                  <a:pt x="616" y="721"/>
                </a:lnTo>
                <a:lnTo>
                  <a:pt x="608" y="734"/>
                </a:lnTo>
                <a:lnTo>
                  <a:pt x="599" y="746"/>
                </a:lnTo>
                <a:lnTo>
                  <a:pt x="589" y="757"/>
                </a:lnTo>
                <a:lnTo>
                  <a:pt x="580" y="769"/>
                </a:lnTo>
                <a:lnTo>
                  <a:pt x="569" y="780"/>
                </a:lnTo>
                <a:lnTo>
                  <a:pt x="558" y="791"/>
                </a:lnTo>
                <a:lnTo>
                  <a:pt x="547" y="800"/>
                </a:lnTo>
                <a:lnTo>
                  <a:pt x="535" y="810"/>
                </a:lnTo>
                <a:lnTo>
                  <a:pt x="523" y="818"/>
                </a:lnTo>
                <a:lnTo>
                  <a:pt x="510" y="827"/>
                </a:lnTo>
                <a:lnTo>
                  <a:pt x="496" y="835"/>
                </a:lnTo>
                <a:lnTo>
                  <a:pt x="483" y="842"/>
                </a:lnTo>
                <a:lnTo>
                  <a:pt x="469" y="848"/>
                </a:lnTo>
                <a:lnTo>
                  <a:pt x="454" y="854"/>
                </a:lnTo>
                <a:lnTo>
                  <a:pt x="440" y="858"/>
                </a:lnTo>
                <a:lnTo>
                  <a:pt x="425" y="862"/>
                </a:lnTo>
                <a:lnTo>
                  <a:pt x="409" y="867"/>
                </a:lnTo>
                <a:lnTo>
                  <a:pt x="394" y="869"/>
                </a:lnTo>
                <a:lnTo>
                  <a:pt x="378" y="871"/>
                </a:lnTo>
                <a:lnTo>
                  <a:pt x="362" y="872"/>
                </a:lnTo>
                <a:lnTo>
                  <a:pt x="346" y="873"/>
                </a:lnTo>
                <a:lnTo>
                  <a:pt x="330" y="872"/>
                </a:lnTo>
                <a:lnTo>
                  <a:pt x="314" y="871"/>
                </a:lnTo>
                <a:lnTo>
                  <a:pt x="298" y="869"/>
                </a:lnTo>
                <a:lnTo>
                  <a:pt x="283" y="867"/>
                </a:lnTo>
                <a:lnTo>
                  <a:pt x="267" y="862"/>
                </a:lnTo>
                <a:lnTo>
                  <a:pt x="253" y="858"/>
                </a:lnTo>
                <a:lnTo>
                  <a:pt x="238" y="854"/>
                </a:lnTo>
                <a:lnTo>
                  <a:pt x="223" y="848"/>
                </a:lnTo>
                <a:lnTo>
                  <a:pt x="209" y="842"/>
                </a:lnTo>
                <a:lnTo>
                  <a:pt x="196" y="835"/>
                </a:lnTo>
                <a:lnTo>
                  <a:pt x="182" y="827"/>
                </a:lnTo>
                <a:lnTo>
                  <a:pt x="169" y="818"/>
                </a:lnTo>
                <a:lnTo>
                  <a:pt x="157" y="810"/>
                </a:lnTo>
                <a:lnTo>
                  <a:pt x="145" y="800"/>
                </a:lnTo>
                <a:lnTo>
                  <a:pt x="134" y="791"/>
                </a:lnTo>
                <a:lnTo>
                  <a:pt x="123" y="780"/>
                </a:lnTo>
                <a:lnTo>
                  <a:pt x="112" y="769"/>
                </a:lnTo>
                <a:lnTo>
                  <a:pt x="103" y="757"/>
                </a:lnTo>
                <a:lnTo>
                  <a:pt x="93" y="746"/>
                </a:lnTo>
                <a:lnTo>
                  <a:pt x="84" y="734"/>
                </a:lnTo>
                <a:lnTo>
                  <a:pt x="76" y="721"/>
                </a:lnTo>
                <a:lnTo>
                  <a:pt x="68" y="707"/>
                </a:lnTo>
                <a:lnTo>
                  <a:pt x="61" y="694"/>
                </a:lnTo>
                <a:lnTo>
                  <a:pt x="55" y="680"/>
                </a:lnTo>
                <a:lnTo>
                  <a:pt x="49" y="665"/>
                </a:lnTo>
                <a:lnTo>
                  <a:pt x="45" y="651"/>
                </a:lnTo>
                <a:lnTo>
                  <a:pt x="40" y="636"/>
                </a:lnTo>
                <a:lnTo>
                  <a:pt x="36" y="620"/>
                </a:lnTo>
                <a:lnTo>
                  <a:pt x="34" y="605"/>
                </a:lnTo>
                <a:lnTo>
                  <a:pt x="32" y="589"/>
                </a:lnTo>
                <a:lnTo>
                  <a:pt x="31" y="573"/>
                </a:lnTo>
                <a:lnTo>
                  <a:pt x="30" y="557"/>
                </a:lnTo>
                <a:lnTo>
                  <a:pt x="31" y="541"/>
                </a:lnTo>
                <a:lnTo>
                  <a:pt x="32" y="525"/>
                </a:lnTo>
                <a:lnTo>
                  <a:pt x="34" y="509"/>
                </a:lnTo>
                <a:lnTo>
                  <a:pt x="36" y="494"/>
                </a:lnTo>
                <a:lnTo>
                  <a:pt x="40" y="477"/>
                </a:lnTo>
                <a:lnTo>
                  <a:pt x="45" y="462"/>
                </a:lnTo>
                <a:lnTo>
                  <a:pt x="49" y="448"/>
                </a:lnTo>
                <a:lnTo>
                  <a:pt x="55" y="433"/>
                </a:lnTo>
                <a:lnTo>
                  <a:pt x="61" y="420"/>
                </a:lnTo>
                <a:lnTo>
                  <a:pt x="68" y="407"/>
                </a:lnTo>
                <a:lnTo>
                  <a:pt x="76" y="393"/>
                </a:lnTo>
                <a:lnTo>
                  <a:pt x="84" y="380"/>
                </a:lnTo>
                <a:lnTo>
                  <a:pt x="93" y="368"/>
                </a:lnTo>
                <a:lnTo>
                  <a:pt x="103" y="356"/>
                </a:lnTo>
                <a:lnTo>
                  <a:pt x="112" y="344"/>
                </a:lnTo>
                <a:lnTo>
                  <a:pt x="123" y="334"/>
                </a:lnTo>
                <a:lnTo>
                  <a:pt x="134" y="323"/>
                </a:lnTo>
                <a:lnTo>
                  <a:pt x="145" y="313"/>
                </a:lnTo>
                <a:lnTo>
                  <a:pt x="157" y="304"/>
                </a:lnTo>
                <a:lnTo>
                  <a:pt x="169" y="295"/>
                </a:lnTo>
                <a:lnTo>
                  <a:pt x="182" y="287"/>
                </a:lnTo>
                <a:lnTo>
                  <a:pt x="196" y="279"/>
                </a:lnTo>
                <a:lnTo>
                  <a:pt x="209" y="272"/>
                </a:lnTo>
                <a:lnTo>
                  <a:pt x="223" y="265"/>
                </a:lnTo>
                <a:lnTo>
                  <a:pt x="238" y="260"/>
                </a:lnTo>
                <a:lnTo>
                  <a:pt x="253" y="255"/>
                </a:lnTo>
                <a:lnTo>
                  <a:pt x="267" y="251"/>
                </a:lnTo>
                <a:lnTo>
                  <a:pt x="283" y="247"/>
                </a:lnTo>
                <a:lnTo>
                  <a:pt x="298" y="245"/>
                </a:lnTo>
                <a:lnTo>
                  <a:pt x="314" y="243"/>
                </a:lnTo>
                <a:lnTo>
                  <a:pt x="330" y="242"/>
                </a:lnTo>
                <a:lnTo>
                  <a:pt x="346" y="240"/>
                </a:lnTo>
                <a:lnTo>
                  <a:pt x="361" y="242"/>
                </a:lnTo>
                <a:lnTo>
                  <a:pt x="376" y="243"/>
                </a:lnTo>
                <a:lnTo>
                  <a:pt x="391" y="244"/>
                </a:lnTo>
                <a:lnTo>
                  <a:pt x="406" y="247"/>
                </a:lnTo>
                <a:lnTo>
                  <a:pt x="420" y="250"/>
                </a:lnTo>
                <a:lnTo>
                  <a:pt x="434" y="253"/>
                </a:lnTo>
                <a:lnTo>
                  <a:pt x="448" y="258"/>
                </a:lnTo>
                <a:lnTo>
                  <a:pt x="462" y="263"/>
                </a:lnTo>
                <a:lnTo>
                  <a:pt x="475" y="268"/>
                </a:lnTo>
                <a:lnTo>
                  <a:pt x="488" y="275"/>
                </a:lnTo>
                <a:lnTo>
                  <a:pt x="500" y="281"/>
                </a:lnTo>
                <a:lnTo>
                  <a:pt x="513" y="289"/>
                </a:lnTo>
                <a:lnTo>
                  <a:pt x="525" y="296"/>
                </a:lnTo>
                <a:lnTo>
                  <a:pt x="537" y="305"/>
                </a:lnTo>
                <a:lnTo>
                  <a:pt x="548" y="313"/>
                </a:lnTo>
                <a:lnTo>
                  <a:pt x="558" y="323"/>
                </a:lnTo>
                <a:lnTo>
                  <a:pt x="494" y="387"/>
                </a:lnTo>
                <a:lnTo>
                  <a:pt x="479" y="375"/>
                </a:lnTo>
                <a:lnTo>
                  <a:pt x="463" y="364"/>
                </a:lnTo>
                <a:lnTo>
                  <a:pt x="445" y="354"/>
                </a:lnTo>
                <a:lnTo>
                  <a:pt x="426" y="346"/>
                </a:lnTo>
                <a:lnTo>
                  <a:pt x="407" y="339"/>
                </a:lnTo>
                <a:lnTo>
                  <a:pt x="388" y="335"/>
                </a:lnTo>
                <a:lnTo>
                  <a:pt x="367" y="332"/>
                </a:lnTo>
                <a:lnTo>
                  <a:pt x="346" y="331"/>
                </a:lnTo>
                <a:lnTo>
                  <a:pt x="334" y="332"/>
                </a:lnTo>
                <a:lnTo>
                  <a:pt x="324" y="333"/>
                </a:lnTo>
                <a:lnTo>
                  <a:pt x="312" y="334"/>
                </a:lnTo>
                <a:lnTo>
                  <a:pt x="301" y="336"/>
                </a:lnTo>
                <a:lnTo>
                  <a:pt x="290" y="338"/>
                </a:lnTo>
                <a:lnTo>
                  <a:pt x="280" y="341"/>
                </a:lnTo>
                <a:lnTo>
                  <a:pt x="269" y="344"/>
                </a:lnTo>
                <a:lnTo>
                  <a:pt x="258" y="349"/>
                </a:lnTo>
                <a:lnTo>
                  <a:pt x="239" y="358"/>
                </a:lnTo>
                <a:lnTo>
                  <a:pt x="219" y="369"/>
                </a:lnTo>
                <a:lnTo>
                  <a:pt x="202" y="383"/>
                </a:lnTo>
                <a:lnTo>
                  <a:pt x="186" y="397"/>
                </a:lnTo>
                <a:lnTo>
                  <a:pt x="172" y="413"/>
                </a:lnTo>
                <a:lnTo>
                  <a:pt x="159" y="430"/>
                </a:lnTo>
                <a:lnTo>
                  <a:pt x="148" y="450"/>
                </a:lnTo>
                <a:lnTo>
                  <a:pt x="138" y="469"/>
                </a:lnTo>
                <a:lnTo>
                  <a:pt x="134" y="480"/>
                </a:lnTo>
                <a:lnTo>
                  <a:pt x="130" y="489"/>
                </a:lnTo>
                <a:lnTo>
                  <a:pt x="127" y="500"/>
                </a:lnTo>
                <a:lnTo>
                  <a:pt x="125" y="512"/>
                </a:lnTo>
                <a:lnTo>
                  <a:pt x="123" y="522"/>
                </a:lnTo>
                <a:lnTo>
                  <a:pt x="122" y="534"/>
                </a:lnTo>
                <a:lnTo>
                  <a:pt x="121" y="545"/>
                </a:lnTo>
                <a:lnTo>
                  <a:pt x="121" y="557"/>
                </a:lnTo>
                <a:lnTo>
                  <a:pt x="121" y="569"/>
                </a:lnTo>
                <a:lnTo>
                  <a:pt x="122" y="579"/>
                </a:lnTo>
                <a:lnTo>
                  <a:pt x="123" y="591"/>
                </a:lnTo>
                <a:lnTo>
                  <a:pt x="125" y="602"/>
                </a:lnTo>
                <a:lnTo>
                  <a:pt x="127" y="614"/>
                </a:lnTo>
                <a:lnTo>
                  <a:pt x="130" y="624"/>
                </a:lnTo>
                <a:lnTo>
                  <a:pt x="134" y="634"/>
                </a:lnTo>
                <a:lnTo>
                  <a:pt x="138" y="645"/>
                </a:lnTo>
                <a:lnTo>
                  <a:pt x="148" y="664"/>
                </a:lnTo>
                <a:lnTo>
                  <a:pt x="159" y="683"/>
                </a:lnTo>
                <a:lnTo>
                  <a:pt x="172" y="700"/>
                </a:lnTo>
                <a:lnTo>
                  <a:pt x="186" y="717"/>
                </a:lnTo>
                <a:lnTo>
                  <a:pt x="202" y="731"/>
                </a:lnTo>
                <a:lnTo>
                  <a:pt x="219" y="743"/>
                </a:lnTo>
                <a:lnTo>
                  <a:pt x="239" y="755"/>
                </a:lnTo>
                <a:lnTo>
                  <a:pt x="258" y="765"/>
                </a:lnTo>
                <a:lnTo>
                  <a:pt x="269" y="769"/>
                </a:lnTo>
                <a:lnTo>
                  <a:pt x="280" y="772"/>
                </a:lnTo>
                <a:lnTo>
                  <a:pt x="290" y="776"/>
                </a:lnTo>
                <a:lnTo>
                  <a:pt x="301" y="778"/>
                </a:lnTo>
                <a:lnTo>
                  <a:pt x="312" y="780"/>
                </a:lnTo>
                <a:lnTo>
                  <a:pt x="324" y="781"/>
                </a:lnTo>
                <a:lnTo>
                  <a:pt x="334" y="782"/>
                </a:lnTo>
                <a:lnTo>
                  <a:pt x="346" y="783"/>
                </a:lnTo>
                <a:lnTo>
                  <a:pt x="358" y="782"/>
                </a:lnTo>
                <a:lnTo>
                  <a:pt x="370" y="781"/>
                </a:lnTo>
                <a:lnTo>
                  <a:pt x="380" y="780"/>
                </a:lnTo>
                <a:lnTo>
                  <a:pt x="391" y="778"/>
                </a:lnTo>
                <a:lnTo>
                  <a:pt x="403" y="776"/>
                </a:lnTo>
                <a:lnTo>
                  <a:pt x="414" y="772"/>
                </a:lnTo>
                <a:lnTo>
                  <a:pt x="423" y="769"/>
                </a:lnTo>
                <a:lnTo>
                  <a:pt x="434" y="765"/>
                </a:lnTo>
                <a:lnTo>
                  <a:pt x="453" y="755"/>
                </a:lnTo>
                <a:lnTo>
                  <a:pt x="473" y="744"/>
                </a:lnTo>
                <a:lnTo>
                  <a:pt x="490" y="731"/>
                </a:lnTo>
                <a:lnTo>
                  <a:pt x="506" y="717"/>
                </a:lnTo>
                <a:lnTo>
                  <a:pt x="520" y="700"/>
                </a:lnTo>
                <a:lnTo>
                  <a:pt x="534" y="683"/>
                </a:lnTo>
                <a:lnTo>
                  <a:pt x="544" y="664"/>
                </a:lnTo>
                <a:lnTo>
                  <a:pt x="554" y="645"/>
                </a:lnTo>
                <a:lnTo>
                  <a:pt x="558" y="634"/>
                </a:lnTo>
                <a:lnTo>
                  <a:pt x="562" y="624"/>
                </a:lnTo>
                <a:lnTo>
                  <a:pt x="565" y="614"/>
                </a:lnTo>
                <a:lnTo>
                  <a:pt x="567" y="602"/>
                </a:lnTo>
                <a:lnTo>
                  <a:pt x="569" y="591"/>
                </a:lnTo>
                <a:lnTo>
                  <a:pt x="570" y="579"/>
                </a:lnTo>
                <a:lnTo>
                  <a:pt x="571" y="569"/>
                </a:lnTo>
                <a:lnTo>
                  <a:pt x="572" y="557"/>
                </a:lnTo>
                <a:lnTo>
                  <a:pt x="571" y="535"/>
                </a:lnTo>
                <a:lnTo>
                  <a:pt x="568" y="515"/>
                </a:lnTo>
                <a:lnTo>
                  <a:pt x="564" y="496"/>
                </a:lnTo>
                <a:lnTo>
                  <a:pt x="557" y="476"/>
                </a:lnTo>
                <a:lnTo>
                  <a:pt x="549" y="458"/>
                </a:lnTo>
                <a:lnTo>
                  <a:pt x="539" y="440"/>
                </a:lnTo>
                <a:lnTo>
                  <a:pt x="528" y="424"/>
                </a:lnTo>
                <a:lnTo>
                  <a:pt x="515" y="409"/>
                </a:lnTo>
                <a:lnTo>
                  <a:pt x="580" y="344"/>
                </a:lnTo>
                <a:lnTo>
                  <a:pt x="588" y="355"/>
                </a:lnTo>
                <a:lnTo>
                  <a:pt x="598" y="366"/>
                </a:lnTo>
                <a:lnTo>
                  <a:pt x="607" y="378"/>
                </a:lnTo>
                <a:lnTo>
                  <a:pt x="614" y="390"/>
                </a:lnTo>
                <a:lnTo>
                  <a:pt x="622" y="402"/>
                </a:lnTo>
                <a:lnTo>
                  <a:pt x="628" y="415"/>
                </a:lnTo>
                <a:lnTo>
                  <a:pt x="635" y="428"/>
                </a:lnTo>
                <a:lnTo>
                  <a:pt x="640" y="441"/>
                </a:lnTo>
                <a:lnTo>
                  <a:pt x="645" y="455"/>
                </a:lnTo>
                <a:lnTo>
                  <a:pt x="650" y="469"/>
                </a:lnTo>
                <a:lnTo>
                  <a:pt x="654" y="483"/>
                </a:lnTo>
                <a:lnTo>
                  <a:pt x="656" y="497"/>
                </a:lnTo>
                <a:lnTo>
                  <a:pt x="659" y="512"/>
                </a:lnTo>
                <a:lnTo>
                  <a:pt x="660" y="527"/>
                </a:lnTo>
                <a:lnTo>
                  <a:pt x="661" y="542"/>
                </a:lnTo>
                <a:lnTo>
                  <a:pt x="662" y="557"/>
                </a:lnTo>
                <a:close/>
                <a:moveTo>
                  <a:pt x="608" y="173"/>
                </a:moveTo>
                <a:lnTo>
                  <a:pt x="610" y="166"/>
                </a:lnTo>
                <a:lnTo>
                  <a:pt x="612" y="159"/>
                </a:lnTo>
                <a:lnTo>
                  <a:pt x="615" y="153"/>
                </a:lnTo>
                <a:lnTo>
                  <a:pt x="620" y="146"/>
                </a:lnTo>
                <a:lnTo>
                  <a:pt x="628" y="134"/>
                </a:lnTo>
                <a:lnTo>
                  <a:pt x="639" y="123"/>
                </a:lnTo>
                <a:lnTo>
                  <a:pt x="651" y="111"/>
                </a:lnTo>
                <a:lnTo>
                  <a:pt x="663" y="100"/>
                </a:lnTo>
                <a:lnTo>
                  <a:pt x="677" y="90"/>
                </a:lnTo>
                <a:lnTo>
                  <a:pt x="692" y="81"/>
                </a:lnTo>
                <a:lnTo>
                  <a:pt x="692" y="189"/>
                </a:lnTo>
                <a:lnTo>
                  <a:pt x="632" y="249"/>
                </a:lnTo>
                <a:lnTo>
                  <a:pt x="625" y="239"/>
                </a:lnTo>
                <a:lnTo>
                  <a:pt x="618" y="230"/>
                </a:lnTo>
                <a:lnTo>
                  <a:pt x="613" y="220"/>
                </a:lnTo>
                <a:lnTo>
                  <a:pt x="610" y="210"/>
                </a:lnTo>
                <a:lnTo>
                  <a:pt x="607" y="201"/>
                </a:lnTo>
                <a:lnTo>
                  <a:pt x="606" y="191"/>
                </a:lnTo>
                <a:lnTo>
                  <a:pt x="607" y="183"/>
                </a:lnTo>
                <a:lnTo>
                  <a:pt x="608" y="173"/>
                </a:lnTo>
                <a:close/>
                <a:moveTo>
                  <a:pt x="783" y="99"/>
                </a:moveTo>
                <a:lnTo>
                  <a:pt x="722" y="159"/>
                </a:lnTo>
                <a:lnTo>
                  <a:pt x="722" y="64"/>
                </a:lnTo>
                <a:lnTo>
                  <a:pt x="740" y="55"/>
                </a:lnTo>
                <a:lnTo>
                  <a:pt x="756" y="47"/>
                </a:lnTo>
                <a:lnTo>
                  <a:pt x="771" y="42"/>
                </a:lnTo>
                <a:lnTo>
                  <a:pt x="783" y="37"/>
                </a:lnTo>
                <a:lnTo>
                  <a:pt x="783" y="99"/>
                </a:lnTo>
                <a:close/>
                <a:moveTo>
                  <a:pt x="901" y="97"/>
                </a:moveTo>
                <a:lnTo>
                  <a:pt x="897" y="94"/>
                </a:lnTo>
                <a:lnTo>
                  <a:pt x="895" y="91"/>
                </a:lnTo>
                <a:lnTo>
                  <a:pt x="892" y="90"/>
                </a:lnTo>
                <a:lnTo>
                  <a:pt x="888" y="90"/>
                </a:lnTo>
                <a:lnTo>
                  <a:pt x="813" y="90"/>
                </a:lnTo>
                <a:lnTo>
                  <a:pt x="813" y="15"/>
                </a:lnTo>
                <a:lnTo>
                  <a:pt x="813" y="11"/>
                </a:lnTo>
                <a:lnTo>
                  <a:pt x="811" y="8"/>
                </a:lnTo>
                <a:lnTo>
                  <a:pt x="809" y="6"/>
                </a:lnTo>
                <a:lnTo>
                  <a:pt x="806" y="2"/>
                </a:lnTo>
                <a:lnTo>
                  <a:pt x="803" y="1"/>
                </a:lnTo>
                <a:lnTo>
                  <a:pt x="800" y="0"/>
                </a:lnTo>
                <a:lnTo>
                  <a:pt x="796" y="0"/>
                </a:lnTo>
                <a:lnTo>
                  <a:pt x="793" y="0"/>
                </a:lnTo>
                <a:lnTo>
                  <a:pt x="783" y="5"/>
                </a:lnTo>
                <a:lnTo>
                  <a:pt x="760" y="13"/>
                </a:lnTo>
                <a:lnTo>
                  <a:pt x="745" y="20"/>
                </a:lnTo>
                <a:lnTo>
                  <a:pt x="728" y="27"/>
                </a:lnTo>
                <a:lnTo>
                  <a:pt x="711" y="36"/>
                </a:lnTo>
                <a:lnTo>
                  <a:pt x="692" y="46"/>
                </a:lnTo>
                <a:lnTo>
                  <a:pt x="673" y="57"/>
                </a:lnTo>
                <a:lnTo>
                  <a:pt x="655" y="70"/>
                </a:lnTo>
                <a:lnTo>
                  <a:pt x="638" y="83"/>
                </a:lnTo>
                <a:lnTo>
                  <a:pt x="622" y="98"/>
                </a:lnTo>
                <a:lnTo>
                  <a:pt x="614" y="105"/>
                </a:lnTo>
                <a:lnTo>
                  <a:pt x="607" y="113"/>
                </a:lnTo>
                <a:lnTo>
                  <a:pt x="600" y="121"/>
                </a:lnTo>
                <a:lnTo>
                  <a:pt x="595" y="130"/>
                </a:lnTo>
                <a:lnTo>
                  <a:pt x="589" y="139"/>
                </a:lnTo>
                <a:lnTo>
                  <a:pt x="585" y="147"/>
                </a:lnTo>
                <a:lnTo>
                  <a:pt x="581" y="157"/>
                </a:lnTo>
                <a:lnTo>
                  <a:pt x="579" y="165"/>
                </a:lnTo>
                <a:lnTo>
                  <a:pt x="577" y="179"/>
                </a:lnTo>
                <a:lnTo>
                  <a:pt x="576" y="192"/>
                </a:lnTo>
                <a:lnTo>
                  <a:pt x="578" y="205"/>
                </a:lnTo>
                <a:lnTo>
                  <a:pt x="581" y="218"/>
                </a:lnTo>
                <a:lnTo>
                  <a:pt x="585" y="232"/>
                </a:lnTo>
                <a:lnTo>
                  <a:pt x="593" y="245"/>
                </a:lnTo>
                <a:lnTo>
                  <a:pt x="601" y="258"/>
                </a:lnTo>
                <a:lnTo>
                  <a:pt x="611" y="270"/>
                </a:lnTo>
                <a:lnTo>
                  <a:pt x="580" y="302"/>
                </a:lnTo>
                <a:lnTo>
                  <a:pt x="568" y="291"/>
                </a:lnTo>
                <a:lnTo>
                  <a:pt x="556" y="281"/>
                </a:lnTo>
                <a:lnTo>
                  <a:pt x="543" y="273"/>
                </a:lnTo>
                <a:lnTo>
                  <a:pt x="531" y="264"/>
                </a:lnTo>
                <a:lnTo>
                  <a:pt x="517" y="255"/>
                </a:lnTo>
                <a:lnTo>
                  <a:pt x="503" y="248"/>
                </a:lnTo>
                <a:lnTo>
                  <a:pt x="489" y="242"/>
                </a:lnTo>
                <a:lnTo>
                  <a:pt x="474" y="235"/>
                </a:lnTo>
                <a:lnTo>
                  <a:pt x="459" y="230"/>
                </a:lnTo>
                <a:lnTo>
                  <a:pt x="444" y="224"/>
                </a:lnTo>
                <a:lnTo>
                  <a:pt x="428" y="220"/>
                </a:lnTo>
                <a:lnTo>
                  <a:pt x="411" y="217"/>
                </a:lnTo>
                <a:lnTo>
                  <a:pt x="395" y="215"/>
                </a:lnTo>
                <a:lnTo>
                  <a:pt x="379" y="213"/>
                </a:lnTo>
                <a:lnTo>
                  <a:pt x="363" y="212"/>
                </a:lnTo>
                <a:lnTo>
                  <a:pt x="346" y="210"/>
                </a:lnTo>
                <a:lnTo>
                  <a:pt x="328" y="212"/>
                </a:lnTo>
                <a:lnTo>
                  <a:pt x="311" y="213"/>
                </a:lnTo>
                <a:lnTo>
                  <a:pt x="293" y="215"/>
                </a:lnTo>
                <a:lnTo>
                  <a:pt x="276" y="218"/>
                </a:lnTo>
                <a:lnTo>
                  <a:pt x="259" y="221"/>
                </a:lnTo>
                <a:lnTo>
                  <a:pt x="243" y="227"/>
                </a:lnTo>
                <a:lnTo>
                  <a:pt x="227" y="232"/>
                </a:lnTo>
                <a:lnTo>
                  <a:pt x="212" y="238"/>
                </a:lnTo>
                <a:lnTo>
                  <a:pt x="196" y="245"/>
                </a:lnTo>
                <a:lnTo>
                  <a:pt x="181" y="252"/>
                </a:lnTo>
                <a:lnTo>
                  <a:pt x="167" y="261"/>
                </a:lnTo>
                <a:lnTo>
                  <a:pt x="153" y="269"/>
                </a:lnTo>
                <a:lnTo>
                  <a:pt x="139" y="279"/>
                </a:lnTo>
                <a:lnTo>
                  <a:pt x="126" y="290"/>
                </a:lnTo>
                <a:lnTo>
                  <a:pt x="113" y="301"/>
                </a:lnTo>
                <a:lnTo>
                  <a:pt x="102" y="312"/>
                </a:lnTo>
                <a:lnTo>
                  <a:pt x="90" y="324"/>
                </a:lnTo>
                <a:lnTo>
                  <a:pt x="79" y="337"/>
                </a:lnTo>
                <a:lnTo>
                  <a:pt x="68" y="350"/>
                </a:lnTo>
                <a:lnTo>
                  <a:pt x="59" y="364"/>
                </a:lnTo>
                <a:lnTo>
                  <a:pt x="50" y="378"/>
                </a:lnTo>
                <a:lnTo>
                  <a:pt x="41" y="392"/>
                </a:lnTo>
                <a:lnTo>
                  <a:pt x="34" y="407"/>
                </a:lnTo>
                <a:lnTo>
                  <a:pt x="27" y="422"/>
                </a:lnTo>
                <a:lnTo>
                  <a:pt x="21" y="438"/>
                </a:lnTo>
                <a:lnTo>
                  <a:pt x="16" y="454"/>
                </a:lnTo>
                <a:lnTo>
                  <a:pt x="10" y="470"/>
                </a:lnTo>
                <a:lnTo>
                  <a:pt x="7" y="487"/>
                </a:lnTo>
                <a:lnTo>
                  <a:pt x="4" y="504"/>
                </a:lnTo>
                <a:lnTo>
                  <a:pt x="2" y="521"/>
                </a:lnTo>
                <a:lnTo>
                  <a:pt x="1" y="539"/>
                </a:lnTo>
                <a:lnTo>
                  <a:pt x="0" y="557"/>
                </a:lnTo>
                <a:lnTo>
                  <a:pt x="1" y="574"/>
                </a:lnTo>
                <a:lnTo>
                  <a:pt x="2" y="590"/>
                </a:lnTo>
                <a:lnTo>
                  <a:pt x="4" y="606"/>
                </a:lnTo>
                <a:lnTo>
                  <a:pt x="6" y="622"/>
                </a:lnTo>
                <a:lnTo>
                  <a:pt x="9" y="638"/>
                </a:lnTo>
                <a:lnTo>
                  <a:pt x="14" y="654"/>
                </a:lnTo>
                <a:lnTo>
                  <a:pt x="19" y="669"/>
                </a:lnTo>
                <a:lnTo>
                  <a:pt x="24" y="684"/>
                </a:lnTo>
                <a:lnTo>
                  <a:pt x="31" y="699"/>
                </a:lnTo>
                <a:lnTo>
                  <a:pt x="37" y="713"/>
                </a:lnTo>
                <a:lnTo>
                  <a:pt x="45" y="727"/>
                </a:lnTo>
                <a:lnTo>
                  <a:pt x="53" y="740"/>
                </a:lnTo>
                <a:lnTo>
                  <a:pt x="62" y="754"/>
                </a:lnTo>
                <a:lnTo>
                  <a:pt x="70" y="767"/>
                </a:lnTo>
                <a:lnTo>
                  <a:pt x="81" y="779"/>
                </a:lnTo>
                <a:lnTo>
                  <a:pt x="91" y="791"/>
                </a:lnTo>
                <a:lnTo>
                  <a:pt x="4" y="877"/>
                </a:lnTo>
                <a:lnTo>
                  <a:pt x="3" y="880"/>
                </a:lnTo>
                <a:lnTo>
                  <a:pt x="1" y="882"/>
                </a:lnTo>
                <a:lnTo>
                  <a:pt x="0" y="885"/>
                </a:lnTo>
                <a:lnTo>
                  <a:pt x="0" y="888"/>
                </a:lnTo>
                <a:lnTo>
                  <a:pt x="0" y="890"/>
                </a:lnTo>
                <a:lnTo>
                  <a:pt x="1" y="894"/>
                </a:lnTo>
                <a:lnTo>
                  <a:pt x="3" y="896"/>
                </a:lnTo>
                <a:lnTo>
                  <a:pt x="4" y="899"/>
                </a:lnTo>
                <a:lnTo>
                  <a:pt x="7" y="900"/>
                </a:lnTo>
                <a:lnTo>
                  <a:pt x="9" y="902"/>
                </a:lnTo>
                <a:lnTo>
                  <a:pt x="12" y="903"/>
                </a:lnTo>
                <a:lnTo>
                  <a:pt x="15" y="903"/>
                </a:lnTo>
                <a:lnTo>
                  <a:pt x="18" y="903"/>
                </a:lnTo>
                <a:lnTo>
                  <a:pt x="21" y="902"/>
                </a:lnTo>
                <a:lnTo>
                  <a:pt x="23" y="900"/>
                </a:lnTo>
                <a:lnTo>
                  <a:pt x="25" y="899"/>
                </a:lnTo>
                <a:lnTo>
                  <a:pt x="112" y="812"/>
                </a:lnTo>
                <a:lnTo>
                  <a:pt x="124" y="822"/>
                </a:lnTo>
                <a:lnTo>
                  <a:pt x="137" y="832"/>
                </a:lnTo>
                <a:lnTo>
                  <a:pt x="149" y="841"/>
                </a:lnTo>
                <a:lnTo>
                  <a:pt x="163" y="850"/>
                </a:lnTo>
                <a:lnTo>
                  <a:pt x="176" y="858"/>
                </a:lnTo>
                <a:lnTo>
                  <a:pt x="189" y="866"/>
                </a:lnTo>
                <a:lnTo>
                  <a:pt x="203" y="872"/>
                </a:lnTo>
                <a:lnTo>
                  <a:pt x="218" y="879"/>
                </a:lnTo>
                <a:lnTo>
                  <a:pt x="233" y="884"/>
                </a:lnTo>
                <a:lnTo>
                  <a:pt x="248" y="889"/>
                </a:lnTo>
                <a:lnTo>
                  <a:pt x="265" y="894"/>
                </a:lnTo>
                <a:lnTo>
                  <a:pt x="281" y="897"/>
                </a:lnTo>
                <a:lnTo>
                  <a:pt x="297" y="899"/>
                </a:lnTo>
                <a:lnTo>
                  <a:pt x="313" y="901"/>
                </a:lnTo>
                <a:lnTo>
                  <a:pt x="329" y="902"/>
                </a:lnTo>
                <a:lnTo>
                  <a:pt x="346" y="903"/>
                </a:lnTo>
                <a:lnTo>
                  <a:pt x="363" y="902"/>
                </a:lnTo>
                <a:lnTo>
                  <a:pt x="379" y="901"/>
                </a:lnTo>
                <a:lnTo>
                  <a:pt x="395" y="899"/>
                </a:lnTo>
                <a:lnTo>
                  <a:pt x="411" y="897"/>
                </a:lnTo>
                <a:lnTo>
                  <a:pt x="428" y="894"/>
                </a:lnTo>
                <a:lnTo>
                  <a:pt x="444" y="889"/>
                </a:lnTo>
                <a:lnTo>
                  <a:pt x="459" y="884"/>
                </a:lnTo>
                <a:lnTo>
                  <a:pt x="474" y="879"/>
                </a:lnTo>
                <a:lnTo>
                  <a:pt x="489" y="872"/>
                </a:lnTo>
                <a:lnTo>
                  <a:pt x="503" y="866"/>
                </a:lnTo>
                <a:lnTo>
                  <a:pt x="517" y="858"/>
                </a:lnTo>
                <a:lnTo>
                  <a:pt x="531" y="850"/>
                </a:lnTo>
                <a:lnTo>
                  <a:pt x="543" y="841"/>
                </a:lnTo>
                <a:lnTo>
                  <a:pt x="556" y="832"/>
                </a:lnTo>
                <a:lnTo>
                  <a:pt x="568" y="822"/>
                </a:lnTo>
                <a:lnTo>
                  <a:pt x="580" y="812"/>
                </a:lnTo>
                <a:lnTo>
                  <a:pt x="667" y="899"/>
                </a:lnTo>
                <a:lnTo>
                  <a:pt x="669" y="900"/>
                </a:lnTo>
                <a:lnTo>
                  <a:pt x="672" y="902"/>
                </a:lnTo>
                <a:lnTo>
                  <a:pt x="674" y="903"/>
                </a:lnTo>
                <a:lnTo>
                  <a:pt x="677" y="903"/>
                </a:lnTo>
                <a:lnTo>
                  <a:pt x="681" y="903"/>
                </a:lnTo>
                <a:lnTo>
                  <a:pt x="683" y="902"/>
                </a:lnTo>
                <a:lnTo>
                  <a:pt x="686" y="900"/>
                </a:lnTo>
                <a:lnTo>
                  <a:pt x="688" y="899"/>
                </a:lnTo>
                <a:lnTo>
                  <a:pt x="690" y="896"/>
                </a:lnTo>
                <a:lnTo>
                  <a:pt x="691" y="894"/>
                </a:lnTo>
                <a:lnTo>
                  <a:pt x="692" y="890"/>
                </a:lnTo>
                <a:lnTo>
                  <a:pt x="692" y="888"/>
                </a:lnTo>
                <a:lnTo>
                  <a:pt x="692" y="885"/>
                </a:lnTo>
                <a:lnTo>
                  <a:pt x="691" y="882"/>
                </a:lnTo>
                <a:lnTo>
                  <a:pt x="690" y="880"/>
                </a:lnTo>
                <a:lnTo>
                  <a:pt x="688" y="877"/>
                </a:lnTo>
                <a:lnTo>
                  <a:pt x="601" y="791"/>
                </a:lnTo>
                <a:lnTo>
                  <a:pt x="612" y="779"/>
                </a:lnTo>
                <a:lnTo>
                  <a:pt x="622" y="767"/>
                </a:lnTo>
                <a:lnTo>
                  <a:pt x="630" y="754"/>
                </a:lnTo>
                <a:lnTo>
                  <a:pt x="639" y="740"/>
                </a:lnTo>
                <a:lnTo>
                  <a:pt x="647" y="727"/>
                </a:lnTo>
                <a:lnTo>
                  <a:pt x="655" y="713"/>
                </a:lnTo>
                <a:lnTo>
                  <a:pt x="661" y="699"/>
                </a:lnTo>
                <a:lnTo>
                  <a:pt x="668" y="684"/>
                </a:lnTo>
                <a:lnTo>
                  <a:pt x="673" y="669"/>
                </a:lnTo>
                <a:lnTo>
                  <a:pt x="679" y="654"/>
                </a:lnTo>
                <a:lnTo>
                  <a:pt x="683" y="638"/>
                </a:lnTo>
                <a:lnTo>
                  <a:pt x="686" y="622"/>
                </a:lnTo>
                <a:lnTo>
                  <a:pt x="689" y="606"/>
                </a:lnTo>
                <a:lnTo>
                  <a:pt x="690" y="590"/>
                </a:lnTo>
                <a:lnTo>
                  <a:pt x="691" y="574"/>
                </a:lnTo>
                <a:lnTo>
                  <a:pt x="692" y="557"/>
                </a:lnTo>
                <a:lnTo>
                  <a:pt x="691" y="540"/>
                </a:lnTo>
                <a:lnTo>
                  <a:pt x="690" y="524"/>
                </a:lnTo>
                <a:lnTo>
                  <a:pt x="689" y="507"/>
                </a:lnTo>
                <a:lnTo>
                  <a:pt x="686" y="491"/>
                </a:lnTo>
                <a:lnTo>
                  <a:pt x="683" y="475"/>
                </a:lnTo>
                <a:lnTo>
                  <a:pt x="679" y="459"/>
                </a:lnTo>
                <a:lnTo>
                  <a:pt x="673" y="444"/>
                </a:lnTo>
                <a:lnTo>
                  <a:pt x="668" y="429"/>
                </a:lnTo>
                <a:lnTo>
                  <a:pt x="661" y="414"/>
                </a:lnTo>
                <a:lnTo>
                  <a:pt x="655" y="400"/>
                </a:lnTo>
                <a:lnTo>
                  <a:pt x="647" y="386"/>
                </a:lnTo>
                <a:lnTo>
                  <a:pt x="639" y="372"/>
                </a:lnTo>
                <a:lnTo>
                  <a:pt x="630" y="359"/>
                </a:lnTo>
                <a:lnTo>
                  <a:pt x="622" y="347"/>
                </a:lnTo>
                <a:lnTo>
                  <a:pt x="612" y="335"/>
                </a:lnTo>
                <a:lnTo>
                  <a:pt x="601" y="323"/>
                </a:lnTo>
                <a:lnTo>
                  <a:pt x="632" y="292"/>
                </a:lnTo>
                <a:lnTo>
                  <a:pt x="642" y="299"/>
                </a:lnTo>
                <a:lnTo>
                  <a:pt x="653" y="307"/>
                </a:lnTo>
                <a:lnTo>
                  <a:pt x="662" y="313"/>
                </a:lnTo>
                <a:lnTo>
                  <a:pt x="673" y="318"/>
                </a:lnTo>
                <a:lnTo>
                  <a:pt x="684" y="322"/>
                </a:lnTo>
                <a:lnTo>
                  <a:pt x="694" y="325"/>
                </a:lnTo>
                <a:lnTo>
                  <a:pt x="704" y="326"/>
                </a:lnTo>
                <a:lnTo>
                  <a:pt x="714" y="327"/>
                </a:lnTo>
                <a:lnTo>
                  <a:pt x="725" y="326"/>
                </a:lnTo>
                <a:lnTo>
                  <a:pt x="735" y="324"/>
                </a:lnTo>
                <a:lnTo>
                  <a:pt x="746" y="322"/>
                </a:lnTo>
                <a:lnTo>
                  <a:pt x="756" y="318"/>
                </a:lnTo>
                <a:lnTo>
                  <a:pt x="765" y="313"/>
                </a:lnTo>
                <a:lnTo>
                  <a:pt x="774" y="308"/>
                </a:lnTo>
                <a:lnTo>
                  <a:pt x="784" y="302"/>
                </a:lnTo>
                <a:lnTo>
                  <a:pt x="792" y="294"/>
                </a:lnTo>
                <a:lnTo>
                  <a:pt x="801" y="287"/>
                </a:lnTo>
                <a:lnTo>
                  <a:pt x="808" y="278"/>
                </a:lnTo>
                <a:lnTo>
                  <a:pt x="816" y="269"/>
                </a:lnTo>
                <a:lnTo>
                  <a:pt x="823" y="261"/>
                </a:lnTo>
                <a:lnTo>
                  <a:pt x="838" y="242"/>
                </a:lnTo>
                <a:lnTo>
                  <a:pt x="850" y="222"/>
                </a:lnTo>
                <a:lnTo>
                  <a:pt x="862" y="202"/>
                </a:lnTo>
                <a:lnTo>
                  <a:pt x="872" y="183"/>
                </a:lnTo>
                <a:lnTo>
                  <a:pt x="881" y="164"/>
                </a:lnTo>
                <a:lnTo>
                  <a:pt x="888" y="147"/>
                </a:lnTo>
                <a:lnTo>
                  <a:pt x="898" y="121"/>
                </a:lnTo>
                <a:lnTo>
                  <a:pt x="903" y="110"/>
                </a:lnTo>
                <a:lnTo>
                  <a:pt x="903" y="106"/>
                </a:lnTo>
                <a:lnTo>
                  <a:pt x="903" y="103"/>
                </a:lnTo>
                <a:lnTo>
                  <a:pt x="902" y="100"/>
                </a:lnTo>
                <a:lnTo>
                  <a:pt x="901" y="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rebuchet MS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" name="Google Shape;201;p4">
            <a:extLst>
              <a:ext uri="{FF2B5EF4-FFF2-40B4-BE49-F238E27FC236}">
                <a16:creationId xmlns:a16="http://schemas.microsoft.com/office/drawing/2014/main" id="{2AEBD1D2-B8E1-477A-DCF2-39D4D3362A66}"/>
              </a:ext>
            </a:extLst>
          </p:cNvPr>
          <p:cNvSpPr/>
          <p:nvPr/>
        </p:nvSpPr>
        <p:spPr>
          <a:xfrm>
            <a:off x="10036628" y="1793"/>
            <a:ext cx="2160000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 30 sec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4034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4FA9EE7B-F2AB-13AD-01E6-0465D27F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C43E26-0B1E-7735-5EE2-7AC88FF07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298" y="199404"/>
            <a:ext cx="11407790" cy="369291"/>
          </a:xfrm>
        </p:spPr>
        <p:txBody>
          <a:bodyPr/>
          <a:lstStyle/>
          <a:p>
            <a:r>
              <a:rPr lang="en-US" sz="2000" dirty="0"/>
              <a:t>Challenges and stakeholder mapping</a:t>
            </a:r>
          </a:p>
        </p:txBody>
      </p:sp>
      <p:sp>
        <p:nvSpPr>
          <p:cNvPr id="2" name="Google Shape;796;p8">
            <a:extLst>
              <a:ext uri="{FF2B5EF4-FFF2-40B4-BE49-F238E27FC236}">
                <a16:creationId xmlns:a16="http://schemas.microsoft.com/office/drawing/2014/main" id="{7BA46F48-E803-E38A-04EC-D9D841EB9FF8}"/>
              </a:ext>
            </a:extLst>
          </p:cNvPr>
          <p:cNvSpPr/>
          <p:nvPr/>
        </p:nvSpPr>
        <p:spPr>
          <a:xfrm>
            <a:off x="354010" y="638516"/>
            <a:ext cx="11395078" cy="65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000"/>
              </a:lnSpc>
              <a:buClr>
                <a:srgbClr val="000000"/>
              </a:buClr>
              <a:defRPr/>
            </a:pPr>
            <a:r>
              <a:rPr lang="en-US" sz="1600" b="1" kern="0">
                <a:solidFill>
                  <a:srgbClr val="00BFDF"/>
                </a:solidFill>
                <a:latin typeface="Trebuchet MS"/>
                <a:ea typeface="Trebuchet MS"/>
                <a:cs typeface="Trebuchet MS"/>
                <a:sym typeface="Trebuchet MS"/>
              </a:rPr>
              <a:t>A stakeholder is an organization, agency, or individual (private or public) other than your team that has a specific interest in your focus sector and is relevant and/or can support the implementation of your solution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00BFDF"/>
              </a:solidFill>
              <a:effectLst/>
              <a:uLnTx/>
              <a:uFillTx/>
              <a:latin typeface="Trebuchet MS"/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8382C2-35AF-9967-3EE1-A121616BD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564964"/>
              </p:ext>
            </p:extLst>
          </p:nvPr>
        </p:nvGraphicFramePr>
        <p:xfrm>
          <a:off x="442910" y="1644804"/>
          <a:ext cx="11215689" cy="254280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852087">
                  <a:extLst>
                    <a:ext uri="{9D8B030D-6E8A-4147-A177-3AD203B41FA5}">
                      <a16:colId xmlns:a16="http://schemas.microsoft.com/office/drawing/2014/main" val="1786299339"/>
                    </a:ext>
                  </a:extLst>
                </a:gridCol>
                <a:gridCol w="3852087">
                  <a:extLst>
                    <a:ext uri="{9D8B030D-6E8A-4147-A177-3AD203B41FA5}">
                      <a16:colId xmlns:a16="http://schemas.microsoft.com/office/drawing/2014/main" val="185896220"/>
                    </a:ext>
                  </a:extLst>
                </a:gridCol>
                <a:gridCol w="3511515">
                  <a:extLst>
                    <a:ext uri="{9D8B030D-6E8A-4147-A177-3AD203B41FA5}">
                      <a16:colId xmlns:a16="http://schemas.microsoft.com/office/drawing/2014/main" val="105135358"/>
                    </a:ext>
                  </a:extLst>
                </a:gridCol>
              </a:tblGrid>
              <a:tr h="9647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rebuchet MS"/>
                        </a:rPr>
                        <a:t>Challenges</a:t>
                      </a:r>
                    </a:p>
                  </a:txBody>
                  <a:tcPr marL="6350" marR="6350" marT="6350" marB="0" anchor="ctr">
                    <a:lnB w="9525" cap="flat" cmpd="sng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rebuchet MS"/>
                        </a:rPr>
                        <a:t>Solution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Trebuchet MS"/>
                      </a:endParaRPr>
                    </a:p>
                  </a:txBody>
                  <a:tcPr marL="6350" marR="6350" marT="6350" marB="0" anchor="ctr">
                    <a:lnB w="9525" cap="flat" cmpd="sng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rebuchet MS"/>
                        </a:rPr>
                        <a:t>Stakeholder</a:t>
                      </a:r>
                    </a:p>
                  </a:txBody>
                  <a:tcPr marL="6350" marR="6350" marT="6350" marB="0" anchor="ctr">
                    <a:lnB w="9525" cap="flat" cmpd="sng" algn="ctr">
                      <a:noFill/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325006"/>
                  </a:ext>
                </a:extLst>
              </a:tr>
              <a:tr h="721428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rebuchet MS" panose="020B0603020202020204" pitchFamily="34" charset="0"/>
                        </a:rPr>
                        <a:t>Mentions the challenges that your prototype may face with respect to adoption among intended users?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300" dirty="0">
                          <a:latin typeface="Trebuchet MS" panose="020B0603020202020204" pitchFamily="34" charset="0"/>
                        </a:rPr>
                        <a:t>What programs or steps you suggest should be taken to address these challenges?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rebuchet MS" panose="020B0603020202020204" pitchFamily="34" charset="0"/>
                        </a:rPr>
                        <a:t>Please identify the name or type of organization that could help you in solving these challenges, and help you with your strategy to solve this problem</a:t>
                      </a:r>
                      <a:endParaRPr lang="en-IN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2564798"/>
                  </a:ext>
                </a:extLst>
              </a:tr>
              <a:tr h="694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300" b="0" i="0" u="none" strike="noStrike" noProof="0">
                          <a:solidFill>
                            <a:srgbClr val="595959"/>
                          </a:solidFill>
                          <a:latin typeface="Trebuchet MS" panose="020B0603020202020204" pitchFamily="34" charset="0"/>
                        </a:rPr>
                        <a:t>These challenges can be regulatory, financial, or capacity-related.</a:t>
                      </a:r>
                      <a:endParaRPr lang="en-US" sz="1300" b="0" i="0" u="none" strike="noStrike" noProof="0">
                        <a:solidFill>
                          <a:srgbClr val="595959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rebuchet MS" panose="020B0603020202020204" pitchFamily="34" charset="0"/>
                        </a:rPr>
                        <a:t>Mention challenge specific strategies here.</a:t>
                      </a:r>
                      <a:endParaRPr lang="en-US" sz="13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 dirty="0">
                          <a:solidFill>
                            <a:srgbClr val="595959"/>
                          </a:solidFill>
                          <a:latin typeface="Trebuchet MS" panose="020B0603020202020204" pitchFamily="34" charset="0"/>
                        </a:rPr>
                        <a:t>Please identify the name or type of organization that could impact your solution (such as Central Bank, regulator, etc.)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5900948"/>
                  </a:ext>
                </a:extLst>
              </a:tr>
            </a:tbl>
          </a:graphicData>
        </a:graphic>
      </p:graphicFrame>
      <p:sp>
        <p:nvSpPr>
          <p:cNvPr id="5" name="Google Shape;201;p4">
            <a:extLst>
              <a:ext uri="{FF2B5EF4-FFF2-40B4-BE49-F238E27FC236}">
                <a16:creationId xmlns:a16="http://schemas.microsoft.com/office/drawing/2014/main" id="{3D434226-228B-8743-57C7-49E97E9D27EF}"/>
              </a:ext>
            </a:extLst>
          </p:cNvPr>
          <p:cNvSpPr/>
          <p:nvPr/>
        </p:nvSpPr>
        <p:spPr>
          <a:xfrm>
            <a:off x="10036628" y="1793"/>
            <a:ext cx="2160000" cy="348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Time: 1 min 30 sec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4066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311299-C7EE-609C-AF5A-A14508308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Annex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15840F7-3C23-59A0-F83D-1ACEDC27F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Supporting slides and ideas.</a:t>
            </a:r>
          </a:p>
        </p:txBody>
      </p:sp>
      <p:sp>
        <p:nvSpPr>
          <p:cNvPr id="2" name="Google Shape;201;p4">
            <a:extLst>
              <a:ext uri="{FF2B5EF4-FFF2-40B4-BE49-F238E27FC236}">
                <a16:creationId xmlns:a16="http://schemas.microsoft.com/office/drawing/2014/main" id="{4700BF90-7B23-99D3-6685-1F24CAFAB395}"/>
              </a:ext>
            </a:extLst>
          </p:cNvPr>
          <p:cNvSpPr/>
          <p:nvPr/>
        </p:nvSpPr>
        <p:spPr>
          <a:xfrm>
            <a:off x="9895116" y="1793"/>
            <a:ext cx="2304000" cy="348659"/>
          </a:xfrm>
          <a:prstGeom prst="rect">
            <a:avLst/>
          </a:prstGeom>
          <a:solidFill>
            <a:srgbClr val="F794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Not to be Presented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61864271"/>
      </p:ext>
    </p:extLst>
  </p:cSld>
  <p:clrMapOvr>
    <a:masterClrMapping/>
  </p:clrMapOvr>
</p:sld>
</file>

<file path=ppt/theme/theme1.xml><?xml version="1.0" encoding="utf-8"?>
<a:theme xmlns:a="http://schemas.openxmlformats.org/drawingml/2006/main" name="16_Content Slide">
  <a:themeElements>
    <a:clrScheme name="MSC_Color Palette">
      <a:dk1>
        <a:srgbClr val="595959"/>
      </a:dk1>
      <a:lt1>
        <a:srgbClr val="FFFFFF"/>
      </a:lt1>
      <a:dk2>
        <a:srgbClr val="284181"/>
      </a:dk2>
      <a:lt2>
        <a:srgbClr val="FFFFFF"/>
      </a:lt2>
      <a:accent1>
        <a:srgbClr val="284181"/>
      </a:accent1>
      <a:accent2>
        <a:srgbClr val="00BFDF"/>
      </a:accent2>
      <a:accent3>
        <a:srgbClr val="F79333"/>
      </a:accent3>
      <a:accent4>
        <a:srgbClr val="595959"/>
      </a:accent4>
      <a:accent5>
        <a:srgbClr val="436AB3"/>
      </a:accent5>
      <a:accent6>
        <a:srgbClr val="6ECFE0"/>
      </a:accent6>
      <a:hlink>
        <a:srgbClr val="284181"/>
      </a:hlink>
      <a:folHlink>
        <a:srgbClr val="00BF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9_Content Slide">
  <a:themeElements>
    <a:clrScheme name="MSC 8 Colors">
      <a:dk1>
        <a:srgbClr val="596359"/>
      </a:dk1>
      <a:lt1>
        <a:srgbClr val="FFFFFF"/>
      </a:lt1>
      <a:dk2>
        <a:srgbClr val="595959"/>
      </a:dk2>
      <a:lt2>
        <a:srgbClr val="E6E7E8"/>
      </a:lt2>
      <a:accent1>
        <a:srgbClr val="284181"/>
      </a:accent1>
      <a:accent2>
        <a:srgbClr val="00BFDF"/>
      </a:accent2>
      <a:accent3>
        <a:srgbClr val="595959"/>
      </a:accent3>
      <a:accent4>
        <a:srgbClr val="939598"/>
      </a:accent4>
      <a:accent5>
        <a:srgbClr val="4369B3"/>
      </a:accent5>
      <a:accent6>
        <a:srgbClr val="6ECFE0"/>
      </a:accent6>
      <a:hlink>
        <a:srgbClr val="284181"/>
      </a:hlink>
      <a:folHlink>
        <a:srgbClr val="595959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8_Closing Slide">
  <a:themeElements>
    <a:clrScheme name="MicroSave Consulting">
      <a:dk1>
        <a:srgbClr val="595959"/>
      </a:dk1>
      <a:lt1>
        <a:srgbClr val="FFFFFF"/>
      </a:lt1>
      <a:dk2>
        <a:srgbClr val="44546A"/>
      </a:dk2>
      <a:lt2>
        <a:srgbClr val="E7E6E6"/>
      </a:lt2>
      <a:accent1>
        <a:srgbClr val="162856"/>
      </a:accent1>
      <a:accent2>
        <a:srgbClr val="1DB3D6"/>
      </a:accent2>
      <a:accent3>
        <a:srgbClr val="DB6800"/>
      </a:accent3>
      <a:accent4>
        <a:srgbClr val="5C6D99"/>
      </a:accent4>
      <a:accent5>
        <a:srgbClr val="86E2F7"/>
      </a:accent5>
      <a:accent6>
        <a:srgbClr val="F9B87D"/>
      </a:accent6>
      <a:hlink>
        <a:srgbClr val="162856"/>
      </a:hlink>
      <a:folHlink>
        <a:srgbClr val="1DB3D6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808</Words>
  <Application>Microsoft Macintosh PowerPoint</Application>
  <PresentationFormat>Widescreen</PresentationFormat>
  <Paragraphs>81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Courier New</vt:lpstr>
      <vt:lpstr>Noto Sans Symbols</vt:lpstr>
      <vt:lpstr>Trebuchet MS</vt:lpstr>
      <vt:lpstr>Wingdings</vt:lpstr>
      <vt:lpstr>16_Content Slide</vt:lpstr>
      <vt:lpstr>29_Content Slide</vt:lpstr>
      <vt:lpstr>18_Closing Slide</vt:lpstr>
      <vt:lpstr>1_Office Theme</vt:lpstr>
      <vt:lpstr>Custom Design</vt:lpstr>
      <vt:lpstr>Team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Annex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Arnav Nigam</dc:creator>
  <cp:lastModifiedBy>Andrew Amstrong Musoke</cp:lastModifiedBy>
  <cp:revision>2</cp:revision>
  <dcterms:created xsi:type="dcterms:W3CDTF">2024-06-26T10:00:14Z</dcterms:created>
  <dcterms:modified xsi:type="dcterms:W3CDTF">2026-03-30T10:25:39Z</dcterms:modified>
</cp:coreProperties>
</file>